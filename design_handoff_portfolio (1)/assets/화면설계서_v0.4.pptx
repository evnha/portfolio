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9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3" r:id="rId21"/>
    <p:sldId id="275" r:id="rId22"/>
    <p:sldId id="277" r:id="rId23"/>
    <p:sldId id="278" r:id="rId24"/>
    <p:sldId id="279" r:id="rId25"/>
    <p:sldId id="276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1" r:id="rId34"/>
    <p:sldId id="292" r:id="rId35"/>
    <p:sldId id="290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7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E1C104E-E18D-4B16-BEB2-89C854582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CB0FE152-0351-4773-86A9-FD2078B50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BAF54BB-B78E-42C6-ACE0-EC565239A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B695315-3447-4AB5-9F17-6A648B9E4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34F1C81-261D-48F1-995B-15BAEA35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12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7E36340-4CD4-478A-A272-52A17F9D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415C0BD-B8CB-46A7-B6AB-8AE0DD638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1B8B964-308B-48DD-BE53-BDB44E19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4A7AD06-3106-4F39-9E25-CBEF16D5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A50772E-04F0-45EA-82F4-CF1B8B52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81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9F14EED-3FD7-45C8-B20A-6D1888D5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1EE60E1-3AC7-4042-B5FA-CF26B578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960D2D7A-E8CB-489B-BE81-289EC455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A229326-B0B9-4605-9E7A-FD2BB0B8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FB8211B-81C9-4857-B7AC-4C4B1C82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13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43356E-3F50-442D-AEDA-BF4C362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D6B89BE-319D-437B-907D-CBDD71D92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5527F7B-86FC-455C-B92F-9060B78A8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E4C4CC7-C24C-4D2B-841B-4A54A378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CB7485F-8883-4974-B2FD-96083D67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0831F30-E04E-4638-B3B9-91B14CB0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38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713D439-5DA4-4257-85F4-0EBD9041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FD41BB4-CB68-4890-AE32-498721A7D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FB25279-F584-4CF1-8D8A-45726570B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E57EF4AB-BBFE-47EA-B31A-AC001C29E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020A729F-CDA7-4207-939C-5C28D51D2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13F19945-75E1-4CBB-8AE5-67E51F78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5E900C72-DF34-4ACA-BFAC-69CD133C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E703EA84-3429-4DDD-A9EF-E2BC3E76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0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7460A6D-04D6-4F6A-8712-A2F06D4EC5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09703"/>
            <a:ext cx="12192000" cy="2482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852D7E9-FD94-4B0C-8800-A313BF2227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647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EE6419-440B-4C08-911A-79757557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0218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4B6CFCCE-007E-4BE7-B584-2780701E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FF000FB-2640-427E-9FE9-5C84C0E9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AC4F55FF-601A-4C7D-80D8-C921CEAA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59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C0C73614-0249-42F4-8BA5-0A4309C7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A126A79E-4568-4A2D-A528-2F213B0D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E8685E63-3B21-4C4C-8400-DDB65833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54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77471AD-8D3E-464C-8F6C-B3198B44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7325685C-22F7-4224-9FCE-53A9B8B9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E24EB6F-66CE-40BA-A8BF-2C6E8908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FDF5EA8-3F46-42F6-B22F-A413D668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006AB51-6102-4093-92EE-D28FECC2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C6023DE-11B4-41E6-A5CC-95477188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537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18C5E8B-B686-4F5D-9785-7C1E2EE9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7B981ACA-94CF-4BF7-A810-1A7EF7A33A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DABC36EB-5261-4D36-BFEA-16B74C705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CF5E94B3-469D-41AF-BF0E-08B2B8CD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EA48D033-2062-42C3-86B1-D881B623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9D22BF0E-5E08-46E5-8A8F-8F2D54CB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35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6B8E284-E5E7-469A-8637-B074AE7D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FC2D1A9D-82AE-40B9-A20E-5B76E7F57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644A096-4F3F-4920-A1D7-64B032CE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33C64C7-4ED7-4A10-B18A-912314BE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4B40ED9-5CEB-43E3-A5B4-528EB7A1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60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99E7C9BE-7694-4291-A353-F6C3A6254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634B87B-D0CF-4508-8CFF-31CBB20FF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46E6FDE-2B5C-47DA-933E-39B91D23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EA230BE-55C4-4D6B-B9FA-238DCF5B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04B9BA9-D73B-4F91-9D57-DE129D44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81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B8BC39D4-AEEB-42F3-8EC5-20048FCF0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03D6327-1457-469B-BEA2-419AC0796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5CFD1FF-101D-49CB-A797-BE6CEE1EC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480AC-3EF8-4423-BB36-B71440FF2348}" type="datetimeFigureOut">
              <a:rPr lang="ko-KR" altLang="en-US" smtClean="0"/>
              <a:t>2021-07-05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0DA3800-5C19-4E31-ADA4-CA3FF6DFB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8121E24-FC76-47A9-98E7-1B9A47510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EB1-05C2-41E0-83DC-21F8321FC3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7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3.png"/><Relationship Id="rId5" Type="http://schemas.openxmlformats.org/officeDocument/2006/relationships/tags" Target="../tags/tag38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8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5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image" Target="../media/image5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10" Type="http://schemas.openxmlformats.org/officeDocument/2006/relationships/tags" Target="../tags/tag122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53.xml"/><Relationship Id="rId4" Type="http://schemas.openxmlformats.org/officeDocument/2006/relationships/tags" Target="../tags/tag15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58.xml"/><Relationship Id="rId10" Type="http://schemas.openxmlformats.org/officeDocument/2006/relationships/tags" Target="../tags/tag163.xml"/><Relationship Id="rId4" Type="http://schemas.openxmlformats.org/officeDocument/2006/relationships/tags" Target="../tags/tag157.xml"/><Relationship Id="rId9" Type="http://schemas.openxmlformats.org/officeDocument/2006/relationships/tags" Target="../tags/tag16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tags" Target="../tags/tag183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5" Type="http://schemas.openxmlformats.org/officeDocument/2006/relationships/tags" Target="../tags/tag175.xml"/><Relationship Id="rId15" Type="http://schemas.openxmlformats.org/officeDocument/2006/relationships/tags" Target="../tags/tag185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91.xml"/><Relationship Id="rId4" Type="http://schemas.openxmlformats.org/officeDocument/2006/relationships/tags" Target="../tags/tag19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9.pn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2" Type="http://schemas.openxmlformats.org/officeDocument/2006/relationships/tags" Target="../tags/tag197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18" Type="http://schemas.openxmlformats.org/officeDocument/2006/relationships/tags" Target="../tags/tag228.xml"/><Relationship Id="rId26" Type="http://schemas.openxmlformats.org/officeDocument/2006/relationships/tags" Target="../tags/tag236.xml"/><Relationship Id="rId3" Type="http://schemas.openxmlformats.org/officeDocument/2006/relationships/tags" Target="../tags/tag213.xml"/><Relationship Id="rId21" Type="http://schemas.openxmlformats.org/officeDocument/2006/relationships/tags" Target="../tags/tag231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tags" Target="../tags/tag227.xml"/><Relationship Id="rId25" Type="http://schemas.openxmlformats.org/officeDocument/2006/relationships/tags" Target="../tags/tag235.xml"/><Relationship Id="rId2" Type="http://schemas.openxmlformats.org/officeDocument/2006/relationships/tags" Target="../tags/tag212.xml"/><Relationship Id="rId16" Type="http://schemas.openxmlformats.org/officeDocument/2006/relationships/tags" Target="../tags/tag226.xml"/><Relationship Id="rId20" Type="http://schemas.openxmlformats.org/officeDocument/2006/relationships/tags" Target="../tags/tag230.xml"/><Relationship Id="rId29" Type="http://schemas.openxmlformats.org/officeDocument/2006/relationships/slideLayout" Target="../slideLayouts/slideLayout6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24" Type="http://schemas.openxmlformats.org/officeDocument/2006/relationships/tags" Target="../tags/tag234.xml"/><Relationship Id="rId5" Type="http://schemas.openxmlformats.org/officeDocument/2006/relationships/tags" Target="../tags/tag215.xml"/><Relationship Id="rId15" Type="http://schemas.openxmlformats.org/officeDocument/2006/relationships/tags" Target="../tags/tag225.xml"/><Relationship Id="rId23" Type="http://schemas.openxmlformats.org/officeDocument/2006/relationships/tags" Target="../tags/tag233.xml"/><Relationship Id="rId28" Type="http://schemas.openxmlformats.org/officeDocument/2006/relationships/tags" Target="../tags/tag238.xml"/><Relationship Id="rId10" Type="http://schemas.openxmlformats.org/officeDocument/2006/relationships/tags" Target="../tags/tag220.xml"/><Relationship Id="rId19" Type="http://schemas.openxmlformats.org/officeDocument/2006/relationships/tags" Target="../tags/tag229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Relationship Id="rId22" Type="http://schemas.openxmlformats.org/officeDocument/2006/relationships/tags" Target="../tags/tag232.xml"/><Relationship Id="rId27" Type="http://schemas.openxmlformats.org/officeDocument/2006/relationships/tags" Target="../tags/tag23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13" Type="http://schemas.openxmlformats.org/officeDocument/2006/relationships/tags" Target="../tags/tag251.xml"/><Relationship Id="rId18" Type="http://schemas.openxmlformats.org/officeDocument/2006/relationships/tags" Target="../tags/tag256.xml"/><Relationship Id="rId26" Type="http://schemas.openxmlformats.org/officeDocument/2006/relationships/tags" Target="../tags/tag264.xml"/><Relationship Id="rId3" Type="http://schemas.openxmlformats.org/officeDocument/2006/relationships/tags" Target="../tags/tag241.xml"/><Relationship Id="rId21" Type="http://schemas.openxmlformats.org/officeDocument/2006/relationships/tags" Target="../tags/tag259.xml"/><Relationship Id="rId7" Type="http://schemas.openxmlformats.org/officeDocument/2006/relationships/tags" Target="../tags/tag245.xml"/><Relationship Id="rId12" Type="http://schemas.openxmlformats.org/officeDocument/2006/relationships/tags" Target="../tags/tag250.xml"/><Relationship Id="rId17" Type="http://schemas.openxmlformats.org/officeDocument/2006/relationships/tags" Target="../tags/tag255.xml"/><Relationship Id="rId25" Type="http://schemas.openxmlformats.org/officeDocument/2006/relationships/tags" Target="../tags/tag263.xml"/><Relationship Id="rId2" Type="http://schemas.openxmlformats.org/officeDocument/2006/relationships/tags" Target="../tags/tag240.xml"/><Relationship Id="rId16" Type="http://schemas.openxmlformats.org/officeDocument/2006/relationships/tags" Target="../tags/tag254.xml"/><Relationship Id="rId20" Type="http://schemas.openxmlformats.org/officeDocument/2006/relationships/tags" Target="../tags/tag258.xml"/><Relationship Id="rId29" Type="http://schemas.openxmlformats.org/officeDocument/2006/relationships/image" Target="../media/image13.jpeg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tags" Target="../tags/tag249.xml"/><Relationship Id="rId24" Type="http://schemas.openxmlformats.org/officeDocument/2006/relationships/tags" Target="../tags/tag262.xml"/><Relationship Id="rId5" Type="http://schemas.openxmlformats.org/officeDocument/2006/relationships/tags" Target="../tags/tag243.xml"/><Relationship Id="rId15" Type="http://schemas.openxmlformats.org/officeDocument/2006/relationships/tags" Target="../tags/tag253.xml"/><Relationship Id="rId23" Type="http://schemas.openxmlformats.org/officeDocument/2006/relationships/tags" Target="../tags/tag261.xml"/><Relationship Id="rId28" Type="http://schemas.openxmlformats.org/officeDocument/2006/relationships/slideLayout" Target="../slideLayouts/slideLayout6.xml"/><Relationship Id="rId10" Type="http://schemas.openxmlformats.org/officeDocument/2006/relationships/tags" Target="../tags/tag248.xml"/><Relationship Id="rId19" Type="http://schemas.openxmlformats.org/officeDocument/2006/relationships/tags" Target="../tags/tag257.xml"/><Relationship Id="rId4" Type="http://schemas.openxmlformats.org/officeDocument/2006/relationships/tags" Target="../tags/tag242.xml"/><Relationship Id="rId9" Type="http://schemas.openxmlformats.org/officeDocument/2006/relationships/tags" Target="../tags/tag247.xml"/><Relationship Id="rId14" Type="http://schemas.openxmlformats.org/officeDocument/2006/relationships/tags" Target="../tags/tag252.xml"/><Relationship Id="rId22" Type="http://schemas.openxmlformats.org/officeDocument/2006/relationships/tags" Target="../tags/tag260.xml"/><Relationship Id="rId27" Type="http://schemas.openxmlformats.org/officeDocument/2006/relationships/tags" Target="../tags/tag26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0" Type="http://schemas.openxmlformats.org/officeDocument/2006/relationships/tags" Target="../tags/tag275.xml"/><Relationship Id="rId4" Type="http://schemas.openxmlformats.org/officeDocument/2006/relationships/tags" Target="../tags/tag269.xml"/><Relationship Id="rId9" Type="http://schemas.openxmlformats.org/officeDocument/2006/relationships/tags" Target="../tags/tag27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85.xml"/><Relationship Id="rId13" Type="http://schemas.openxmlformats.org/officeDocument/2006/relationships/tags" Target="../tags/tag290.xml"/><Relationship Id="rId18" Type="http://schemas.openxmlformats.org/officeDocument/2006/relationships/tags" Target="../tags/tag295.xml"/><Relationship Id="rId3" Type="http://schemas.openxmlformats.org/officeDocument/2006/relationships/tags" Target="../tags/tag280.xml"/><Relationship Id="rId7" Type="http://schemas.openxmlformats.org/officeDocument/2006/relationships/tags" Target="../tags/tag284.xml"/><Relationship Id="rId12" Type="http://schemas.openxmlformats.org/officeDocument/2006/relationships/tags" Target="../tags/tag289.xml"/><Relationship Id="rId17" Type="http://schemas.openxmlformats.org/officeDocument/2006/relationships/tags" Target="../tags/tag294.xml"/><Relationship Id="rId2" Type="http://schemas.openxmlformats.org/officeDocument/2006/relationships/tags" Target="../tags/tag279.xml"/><Relationship Id="rId16" Type="http://schemas.openxmlformats.org/officeDocument/2006/relationships/tags" Target="../tags/tag293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tags" Target="../tags/tag288.xml"/><Relationship Id="rId5" Type="http://schemas.openxmlformats.org/officeDocument/2006/relationships/tags" Target="../tags/tag282.xml"/><Relationship Id="rId15" Type="http://schemas.openxmlformats.org/officeDocument/2006/relationships/tags" Target="../tags/tag292.xml"/><Relationship Id="rId10" Type="http://schemas.openxmlformats.org/officeDocument/2006/relationships/tags" Target="../tags/tag287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281.xml"/><Relationship Id="rId9" Type="http://schemas.openxmlformats.org/officeDocument/2006/relationships/tags" Target="../tags/tag286.xml"/><Relationship Id="rId14" Type="http://schemas.openxmlformats.org/officeDocument/2006/relationships/tags" Target="../tags/tag29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0" Type="http://schemas.openxmlformats.org/officeDocument/2006/relationships/tags" Target="../tags/tag305.xml"/><Relationship Id="rId4" Type="http://schemas.openxmlformats.org/officeDocument/2006/relationships/tags" Target="../tags/tag299.xml"/><Relationship Id="rId9" Type="http://schemas.openxmlformats.org/officeDocument/2006/relationships/tags" Target="../tags/tag30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13" Type="http://schemas.openxmlformats.org/officeDocument/2006/relationships/tags" Target="../tags/tag320.xml"/><Relationship Id="rId3" Type="http://schemas.openxmlformats.org/officeDocument/2006/relationships/tags" Target="../tags/tag310.xml"/><Relationship Id="rId7" Type="http://schemas.openxmlformats.org/officeDocument/2006/relationships/tags" Target="../tags/tag314.xml"/><Relationship Id="rId12" Type="http://schemas.openxmlformats.org/officeDocument/2006/relationships/tags" Target="../tags/tag319.xml"/><Relationship Id="rId17" Type="http://schemas.openxmlformats.org/officeDocument/2006/relationships/image" Target="../media/image14.png"/><Relationship Id="rId2" Type="http://schemas.openxmlformats.org/officeDocument/2006/relationships/tags" Target="../tags/tag309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tags" Target="../tags/tag318.xml"/><Relationship Id="rId5" Type="http://schemas.openxmlformats.org/officeDocument/2006/relationships/tags" Target="../tags/tag312.xml"/><Relationship Id="rId15" Type="http://schemas.openxmlformats.org/officeDocument/2006/relationships/tags" Target="../tags/tag322.xml"/><Relationship Id="rId10" Type="http://schemas.openxmlformats.org/officeDocument/2006/relationships/tags" Target="../tags/tag317.xml"/><Relationship Id="rId4" Type="http://schemas.openxmlformats.org/officeDocument/2006/relationships/tags" Target="../tags/tag311.xml"/><Relationship Id="rId9" Type="http://schemas.openxmlformats.org/officeDocument/2006/relationships/tags" Target="../tags/tag316.xml"/><Relationship Id="rId14" Type="http://schemas.openxmlformats.org/officeDocument/2006/relationships/tags" Target="../tags/tag32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330.xml"/><Relationship Id="rId13" Type="http://schemas.openxmlformats.org/officeDocument/2006/relationships/tags" Target="../tags/tag335.xml"/><Relationship Id="rId18" Type="http://schemas.openxmlformats.org/officeDocument/2006/relationships/tags" Target="../tags/tag340.xml"/><Relationship Id="rId26" Type="http://schemas.openxmlformats.org/officeDocument/2006/relationships/tags" Target="../tags/tag348.xml"/><Relationship Id="rId3" Type="http://schemas.openxmlformats.org/officeDocument/2006/relationships/tags" Target="../tags/tag325.xml"/><Relationship Id="rId21" Type="http://schemas.openxmlformats.org/officeDocument/2006/relationships/tags" Target="../tags/tag343.xml"/><Relationship Id="rId7" Type="http://schemas.openxmlformats.org/officeDocument/2006/relationships/tags" Target="../tags/tag329.xml"/><Relationship Id="rId12" Type="http://schemas.openxmlformats.org/officeDocument/2006/relationships/tags" Target="../tags/tag334.xml"/><Relationship Id="rId17" Type="http://schemas.openxmlformats.org/officeDocument/2006/relationships/tags" Target="../tags/tag339.xml"/><Relationship Id="rId25" Type="http://schemas.openxmlformats.org/officeDocument/2006/relationships/tags" Target="../tags/tag347.xml"/><Relationship Id="rId2" Type="http://schemas.openxmlformats.org/officeDocument/2006/relationships/tags" Target="../tags/tag324.xml"/><Relationship Id="rId16" Type="http://schemas.openxmlformats.org/officeDocument/2006/relationships/tags" Target="../tags/tag338.xml"/><Relationship Id="rId20" Type="http://schemas.openxmlformats.org/officeDocument/2006/relationships/tags" Target="../tags/tag342.xml"/><Relationship Id="rId29" Type="http://schemas.openxmlformats.org/officeDocument/2006/relationships/slideLayout" Target="../slideLayouts/slideLayout6.xml"/><Relationship Id="rId1" Type="http://schemas.openxmlformats.org/officeDocument/2006/relationships/tags" Target="../tags/tag323.xml"/><Relationship Id="rId6" Type="http://schemas.openxmlformats.org/officeDocument/2006/relationships/tags" Target="../tags/tag328.xml"/><Relationship Id="rId11" Type="http://schemas.openxmlformats.org/officeDocument/2006/relationships/tags" Target="../tags/tag333.xml"/><Relationship Id="rId24" Type="http://schemas.openxmlformats.org/officeDocument/2006/relationships/tags" Target="../tags/tag346.xml"/><Relationship Id="rId5" Type="http://schemas.openxmlformats.org/officeDocument/2006/relationships/tags" Target="../tags/tag327.xml"/><Relationship Id="rId15" Type="http://schemas.openxmlformats.org/officeDocument/2006/relationships/tags" Target="../tags/tag337.xml"/><Relationship Id="rId23" Type="http://schemas.openxmlformats.org/officeDocument/2006/relationships/tags" Target="../tags/tag345.xml"/><Relationship Id="rId28" Type="http://schemas.openxmlformats.org/officeDocument/2006/relationships/tags" Target="../tags/tag350.xml"/><Relationship Id="rId10" Type="http://schemas.openxmlformats.org/officeDocument/2006/relationships/tags" Target="../tags/tag332.xml"/><Relationship Id="rId19" Type="http://schemas.openxmlformats.org/officeDocument/2006/relationships/tags" Target="../tags/tag341.xml"/><Relationship Id="rId4" Type="http://schemas.openxmlformats.org/officeDocument/2006/relationships/tags" Target="../tags/tag326.xml"/><Relationship Id="rId9" Type="http://schemas.openxmlformats.org/officeDocument/2006/relationships/tags" Target="../tags/tag331.xml"/><Relationship Id="rId14" Type="http://schemas.openxmlformats.org/officeDocument/2006/relationships/tags" Target="../tags/tag336.xml"/><Relationship Id="rId22" Type="http://schemas.openxmlformats.org/officeDocument/2006/relationships/tags" Target="../tags/tag344.xml"/><Relationship Id="rId27" Type="http://schemas.openxmlformats.org/officeDocument/2006/relationships/tags" Target="../tags/tag34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358.xml"/><Relationship Id="rId13" Type="http://schemas.openxmlformats.org/officeDocument/2006/relationships/tags" Target="../tags/tag363.xml"/><Relationship Id="rId18" Type="http://schemas.openxmlformats.org/officeDocument/2006/relationships/tags" Target="../tags/tag368.xml"/><Relationship Id="rId26" Type="http://schemas.openxmlformats.org/officeDocument/2006/relationships/tags" Target="../tags/tag376.xml"/><Relationship Id="rId3" Type="http://schemas.openxmlformats.org/officeDocument/2006/relationships/tags" Target="../tags/tag353.xml"/><Relationship Id="rId21" Type="http://schemas.openxmlformats.org/officeDocument/2006/relationships/tags" Target="../tags/tag371.xml"/><Relationship Id="rId34" Type="http://schemas.openxmlformats.org/officeDocument/2006/relationships/tags" Target="../tags/tag384.xml"/><Relationship Id="rId7" Type="http://schemas.openxmlformats.org/officeDocument/2006/relationships/tags" Target="../tags/tag357.xml"/><Relationship Id="rId12" Type="http://schemas.openxmlformats.org/officeDocument/2006/relationships/tags" Target="../tags/tag362.xml"/><Relationship Id="rId17" Type="http://schemas.openxmlformats.org/officeDocument/2006/relationships/tags" Target="../tags/tag367.xml"/><Relationship Id="rId25" Type="http://schemas.openxmlformats.org/officeDocument/2006/relationships/tags" Target="../tags/tag375.xml"/><Relationship Id="rId33" Type="http://schemas.openxmlformats.org/officeDocument/2006/relationships/tags" Target="../tags/tag383.xml"/><Relationship Id="rId2" Type="http://schemas.openxmlformats.org/officeDocument/2006/relationships/tags" Target="../tags/tag352.xml"/><Relationship Id="rId16" Type="http://schemas.openxmlformats.org/officeDocument/2006/relationships/tags" Target="../tags/tag366.xml"/><Relationship Id="rId20" Type="http://schemas.openxmlformats.org/officeDocument/2006/relationships/tags" Target="../tags/tag370.xml"/><Relationship Id="rId29" Type="http://schemas.openxmlformats.org/officeDocument/2006/relationships/tags" Target="../tags/tag379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11" Type="http://schemas.openxmlformats.org/officeDocument/2006/relationships/tags" Target="../tags/tag361.xml"/><Relationship Id="rId24" Type="http://schemas.openxmlformats.org/officeDocument/2006/relationships/tags" Target="../tags/tag374.xml"/><Relationship Id="rId32" Type="http://schemas.openxmlformats.org/officeDocument/2006/relationships/tags" Target="../tags/tag382.xml"/><Relationship Id="rId37" Type="http://schemas.openxmlformats.org/officeDocument/2006/relationships/slideLayout" Target="../slideLayouts/slideLayout6.xml"/><Relationship Id="rId5" Type="http://schemas.openxmlformats.org/officeDocument/2006/relationships/tags" Target="../tags/tag355.xml"/><Relationship Id="rId15" Type="http://schemas.openxmlformats.org/officeDocument/2006/relationships/tags" Target="../tags/tag365.xml"/><Relationship Id="rId23" Type="http://schemas.openxmlformats.org/officeDocument/2006/relationships/tags" Target="../tags/tag373.xml"/><Relationship Id="rId28" Type="http://schemas.openxmlformats.org/officeDocument/2006/relationships/tags" Target="../tags/tag378.xml"/><Relationship Id="rId36" Type="http://schemas.openxmlformats.org/officeDocument/2006/relationships/tags" Target="../tags/tag386.xml"/><Relationship Id="rId10" Type="http://schemas.openxmlformats.org/officeDocument/2006/relationships/tags" Target="../tags/tag360.xml"/><Relationship Id="rId19" Type="http://schemas.openxmlformats.org/officeDocument/2006/relationships/tags" Target="../tags/tag369.xml"/><Relationship Id="rId31" Type="http://schemas.openxmlformats.org/officeDocument/2006/relationships/tags" Target="../tags/tag381.xml"/><Relationship Id="rId4" Type="http://schemas.openxmlformats.org/officeDocument/2006/relationships/tags" Target="../tags/tag354.xml"/><Relationship Id="rId9" Type="http://schemas.openxmlformats.org/officeDocument/2006/relationships/tags" Target="../tags/tag359.xml"/><Relationship Id="rId14" Type="http://schemas.openxmlformats.org/officeDocument/2006/relationships/tags" Target="../tags/tag364.xml"/><Relationship Id="rId22" Type="http://schemas.openxmlformats.org/officeDocument/2006/relationships/tags" Target="../tags/tag372.xml"/><Relationship Id="rId27" Type="http://schemas.openxmlformats.org/officeDocument/2006/relationships/tags" Target="../tags/tag377.xml"/><Relationship Id="rId30" Type="http://schemas.openxmlformats.org/officeDocument/2006/relationships/tags" Target="../tags/tag380.xml"/><Relationship Id="rId35" Type="http://schemas.openxmlformats.org/officeDocument/2006/relationships/tags" Target="../tags/tag38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94.xml"/><Relationship Id="rId3" Type="http://schemas.openxmlformats.org/officeDocument/2006/relationships/tags" Target="../tags/tag389.xml"/><Relationship Id="rId7" Type="http://schemas.openxmlformats.org/officeDocument/2006/relationships/tags" Target="../tags/tag393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388.xml"/><Relationship Id="rId1" Type="http://schemas.openxmlformats.org/officeDocument/2006/relationships/tags" Target="../tags/tag387.xml"/><Relationship Id="rId6" Type="http://schemas.openxmlformats.org/officeDocument/2006/relationships/tags" Target="../tags/tag392.xml"/><Relationship Id="rId11" Type="http://schemas.openxmlformats.org/officeDocument/2006/relationships/tags" Target="../tags/tag397.xml"/><Relationship Id="rId5" Type="http://schemas.openxmlformats.org/officeDocument/2006/relationships/tags" Target="../tags/tag391.xml"/><Relationship Id="rId10" Type="http://schemas.openxmlformats.org/officeDocument/2006/relationships/tags" Target="../tags/tag396.xml"/><Relationship Id="rId4" Type="http://schemas.openxmlformats.org/officeDocument/2006/relationships/tags" Target="../tags/tag390.xml"/><Relationship Id="rId9" Type="http://schemas.openxmlformats.org/officeDocument/2006/relationships/tags" Target="../tags/tag3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FA9B6C6-A247-48A8-9A1C-1E36FA9456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1F98B30-A0F5-460A-B98B-82A257387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2" y="1307649"/>
            <a:ext cx="8962412" cy="1619511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b="1" dirty="0">
                <a:solidFill>
                  <a:srgbClr val="FFFFFF"/>
                </a:solidFill>
              </a:rPr>
              <a:t>DDM </a:t>
            </a:r>
            <a:r>
              <a:rPr lang="ko-KR" altLang="en-US" sz="4800" b="1" dirty="0">
                <a:solidFill>
                  <a:srgbClr val="FFFFFF"/>
                </a:solidFill>
              </a:rPr>
              <a:t>플랫폼 </a:t>
            </a:r>
            <a:r>
              <a:rPr lang="ko-KR" altLang="en-US" sz="4800" b="1" dirty="0" err="1">
                <a:solidFill>
                  <a:srgbClr val="FFFFFF"/>
                </a:solidFill>
              </a:rPr>
              <a:t>분석포탈</a:t>
            </a:r>
            <a:r>
              <a:rPr lang="en-US" altLang="ko-KR" sz="4800" b="1" dirty="0">
                <a:solidFill>
                  <a:srgbClr val="FFFFFF"/>
                </a:solidFill>
              </a:rPr>
              <a:t/>
            </a:r>
            <a:br>
              <a:rPr lang="en-US" altLang="ko-KR" sz="4800" b="1" dirty="0">
                <a:solidFill>
                  <a:srgbClr val="FFFFFF"/>
                </a:solidFill>
              </a:rPr>
            </a:br>
            <a:r>
              <a:rPr lang="ko-KR" altLang="en-US" sz="4800" b="1" dirty="0">
                <a:solidFill>
                  <a:srgbClr val="FFFFFF"/>
                </a:solidFill>
              </a:rPr>
              <a:t>화면설계서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3ACE1582-0598-4F8C-A13E-3C69F3802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5327008"/>
            <a:ext cx="5088650" cy="569725"/>
          </a:xfrm>
        </p:spPr>
        <p:txBody>
          <a:bodyPr>
            <a:normAutofit/>
          </a:bodyPr>
          <a:lstStyle/>
          <a:p>
            <a:pPr algn="r"/>
            <a:r>
              <a:rPr lang="ko-KR" altLang="en-US" sz="2000" b="1" dirty="0">
                <a:solidFill>
                  <a:srgbClr val="FFFFFF"/>
                </a:solidFill>
              </a:rPr>
              <a:t>메가존클라우드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xmlns="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xmlns="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xmlns="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54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로그인 </a:t>
            </a:r>
            <a:r>
              <a:rPr lang="en-US" altLang="ko-KR" dirty="0"/>
              <a:t>(WF0001)</a:t>
            </a:r>
            <a:endParaRPr lang="ko-KR" altLang="en-US" dirty="0"/>
          </a:p>
        </p:txBody>
      </p:sp>
      <p:sp>
        <p:nvSpPr>
          <p:cNvPr id="77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xmlns="" id="{D1B55EF7-2EE8-4E66-8A09-41D46C7CA7B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79151" y="1976931"/>
            <a:ext cx="6668462" cy="381755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Title Bar" descr="&lt;SmartSettings&gt;&lt;SmartResize anchorLeft=&quot;Absolut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62DFBE59-9FB5-4868-A0F3-E09F71B7B31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79152" y="1441946"/>
            <a:ext cx="6668461" cy="537078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Browser</a:t>
            </a:r>
          </a:p>
        </p:txBody>
      </p:sp>
      <p:sp>
        <p:nvSpPr>
          <p:cNvPr id="79" name="Menu Button" descr="&lt;SmartSettings&gt;&lt;SmartResize anchorLeft=&quot;Non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CF29F33C-B0F4-4306-B98D-874AF6730D9E}"/>
              </a:ext>
            </a:extLst>
          </p:cNvPr>
          <p:cNvSpPr>
            <a:spLocks noChangeAspect="1" noEditPoints="1"/>
          </p:cNvSpPr>
          <p:nvPr>
            <p:custDataLst>
              <p:tags r:id="rId3"/>
            </p:custDataLst>
          </p:nvPr>
        </p:nvSpPr>
        <p:spPr bwMode="auto">
          <a:xfrm>
            <a:off x="7409731" y="1749506"/>
            <a:ext cx="149225" cy="112713"/>
          </a:xfrm>
          <a:custGeom>
            <a:avLst/>
            <a:gdLst>
              <a:gd name="T0" fmla="*/ 0 w 415"/>
              <a:gd name="T1" fmla="*/ 309 h 309"/>
              <a:gd name="T2" fmla="*/ 415 w 415"/>
              <a:gd name="T3" fmla="*/ 309 h 309"/>
              <a:gd name="T4" fmla="*/ 0 w 415"/>
              <a:gd name="T5" fmla="*/ 155 h 309"/>
              <a:gd name="T6" fmla="*/ 415 w 415"/>
              <a:gd name="T7" fmla="*/ 155 h 309"/>
              <a:gd name="T8" fmla="*/ 0 w 415"/>
              <a:gd name="T9" fmla="*/ 0 h 309"/>
              <a:gd name="T10" fmla="*/ 415 w 415"/>
              <a:gd name="T11" fmla="*/ 0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5" h="309">
                <a:moveTo>
                  <a:pt x="0" y="309"/>
                </a:moveTo>
                <a:lnTo>
                  <a:pt x="415" y="309"/>
                </a:lnTo>
                <a:moveTo>
                  <a:pt x="0" y="155"/>
                </a:moveTo>
                <a:lnTo>
                  <a:pt x="415" y="155"/>
                </a:lnTo>
                <a:moveTo>
                  <a:pt x="0" y="0"/>
                </a:moveTo>
                <a:lnTo>
                  <a:pt x="415" y="0"/>
                </a:lnTo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Close Button" descr="&lt;SmartSettings&gt;&lt;SmartResize anchorLeft=&quot;Non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59BEF2DE-45AC-4CAB-8F3F-86B85F975131}"/>
              </a:ext>
            </a:extLst>
          </p:cNvPr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7436729" y="1513193"/>
            <a:ext cx="98425" cy="95250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Address Box" descr="&lt;SmartSettings&gt;&lt;SmartResize anchorLeft=&quot;Absolut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9BEAF128-981D-451D-861C-2AE68685290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82067" y="1686990"/>
            <a:ext cx="543900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37744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www.ldfddm.com</a:t>
            </a:r>
          </a:p>
        </p:txBody>
      </p:sp>
      <p:sp>
        <p:nvSpPr>
          <p:cNvPr id="82" name="Document Icon" descr="&lt;SmartSettings&gt;&lt;SmartResize anchorLeft=&quot;Absolute&quot; anchorTop=&quot;Absolut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xmlns="" id="{90EBED20-12FB-4512-9537-D3153BA02BE2}"/>
              </a:ext>
            </a:extLst>
          </p:cNvPr>
          <p:cNvSpPr>
            <a:spLocks noChangeAspect="1" noEditPoints="1"/>
          </p:cNvSpPr>
          <p:nvPr>
            <p:custDataLst>
              <p:tags r:id="rId6"/>
            </p:custDataLst>
          </p:nvPr>
        </p:nvSpPr>
        <p:spPr bwMode="auto">
          <a:xfrm>
            <a:off x="1958191" y="1739187"/>
            <a:ext cx="93663" cy="133350"/>
          </a:xfrm>
          <a:custGeom>
            <a:avLst/>
            <a:gdLst>
              <a:gd name="T0" fmla="*/ 153 w 260"/>
              <a:gd name="T1" fmla="*/ 7 h 367"/>
              <a:gd name="T2" fmla="*/ 153 w 260"/>
              <a:gd name="T3" fmla="*/ 108 h 367"/>
              <a:gd name="T4" fmla="*/ 253 w 260"/>
              <a:gd name="T5" fmla="*/ 108 h 367"/>
              <a:gd name="T6" fmla="*/ 0 w 260"/>
              <a:gd name="T7" fmla="*/ 0 h 367"/>
              <a:gd name="T8" fmla="*/ 0 w 260"/>
              <a:gd name="T9" fmla="*/ 367 h 367"/>
              <a:gd name="T10" fmla="*/ 260 w 260"/>
              <a:gd name="T11" fmla="*/ 367 h 367"/>
              <a:gd name="T12" fmla="*/ 260 w 260"/>
              <a:gd name="T13" fmla="*/ 100 h 367"/>
              <a:gd name="T14" fmla="*/ 161 w 260"/>
              <a:gd name="T15" fmla="*/ 1 h 367"/>
              <a:gd name="T16" fmla="*/ 0 w 260"/>
              <a:gd name="T17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0" h="367">
                <a:moveTo>
                  <a:pt x="153" y="7"/>
                </a:moveTo>
                <a:lnTo>
                  <a:pt x="153" y="108"/>
                </a:lnTo>
                <a:lnTo>
                  <a:pt x="253" y="108"/>
                </a:lnTo>
                <a:moveTo>
                  <a:pt x="0" y="0"/>
                </a:moveTo>
                <a:lnTo>
                  <a:pt x="0" y="367"/>
                </a:lnTo>
                <a:lnTo>
                  <a:pt x="260" y="367"/>
                </a:lnTo>
                <a:lnTo>
                  <a:pt x="260" y="100"/>
                </a:lnTo>
                <a:lnTo>
                  <a:pt x="161" y="1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3" name="Navigation Buttons">
            <a:extLst>
              <a:ext uri="{FF2B5EF4-FFF2-40B4-BE49-F238E27FC236}">
                <a16:creationId xmlns:a16="http://schemas.microsoft.com/office/drawing/2014/main" xmlns="" id="{EA3F9942-229C-4427-BFA6-D6C290C9AB10}"/>
              </a:ext>
            </a:extLst>
          </p:cNvPr>
          <p:cNvGrpSpPr/>
          <p:nvPr/>
        </p:nvGrpSpPr>
        <p:grpSpPr>
          <a:xfrm>
            <a:off x="1105065" y="1719343"/>
            <a:ext cx="641351" cy="173038"/>
            <a:chOff x="721598" y="1538639"/>
            <a:chExt cx="641351" cy="173038"/>
          </a:xfrm>
        </p:grpSpPr>
        <p:sp>
          <p:nvSpPr>
            <p:cNvPr id="84" name="Back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A7E8C0B7-F91E-4E3C-BA49-59C7B693549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21598" y="1564833"/>
              <a:ext cx="152400" cy="120650"/>
            </a:xfrm>
            <a:custGeom>
              <a:avLst/>
              <a:gdLst>
                <a:gd name="T0" fmla="*/ 159 w 423"/>
                <a:gd name="T1" fmla="*/ 332 h 332"/>
                <a:gd name="T2" fmla="*/ 0 w 423"/>
                <a:gd name="T3" fmla="*/ 166 h 332"/>
                <a:gd name="T4" fmla="*/ 159 w 423"/>
                <a:gd name="T5" fmla="*/ 0 h 332"/>
                <a:gd name="T6" fmla="*/ 15 w 423"/>
                <a:gd name="T7" fmla="*/ 166 h 332"/>
                <a:gd name="T8" fmla="*/ 423 w 423"/>
                <a:gd name="T9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" h="332">
                  <a:moveTo>
                    <a:pt x="159" y="332"/>
                  </a:moveTo>
                  <a:lnTo>
                    <a:pt x="0" y="166"/>
                  </a:lnTo>
                  <a:lnTo>
                    <a:pt x="159" y="0"/>
                  </a:lnTo>
                  <a:moveTo>
                    <a:pt x="15" y="166"/>
                  </a:moveTo>
                  <a:lnTo>
                    <a:pt x="423" y="166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Forward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0646AE33-F13F-4DDE-982E-C4C005D93D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962898" y="1564833"/>
              <a:ext cx="152400" cy="120650"/>
            </a:xfrm>
            <a:custGeom>
              <a:avLst/>
              <a:gdLst>
                <a:gd name="T0" fmla="*/ 265 w 423"/>
                <a:gd name="T1" fmla="*/ 0 h 332"/>
                <a:gd name="T2" fmla="*/ 423 w 423"/>
                <a:gd name="T3" fmla="*/ 166 h 332"/>
                <a:gd name="T4" fmla="*/ 265 w 423"/>
                <a:gd name="T5" fmla="*/ 332 h 332"/>
                <a:gd name="T6" fmla="*/ 408 w 423"/>
                <a:gd name="T7" fmla="*/ 166 h 332"/>
                <a:gd name="T8" fmla="*/ 0 w 423"/>
                <a:gd name="T9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" h="332">
                  <a:moveTo>
                    <a:pt x="265" y="0"/>
                  </a:moveTo>
                  <a:lnTo>
                    <a:pt x="423" y="166"/>
                  </a:lnTo>
                  <a:lnTo>
                    <a:pt x="265" y="332"/>
                  </a:lnTo>
                  <a:moveTo>
                    <a:pt x="408" y="166"/>
                  </a:moveTo>
                  <a:lnTo>
                    <a:pt x="0" y="166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Reload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05142B73-41A2-4BE5-9E5E-13DFC257DF0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204199" y="1538639"/>
              <a:ext cx="158750" cy="173038"/>
            </a:xfrm>
            <a:custGeom>
              <a:avLst/>
              <a:gdLst>
                <a:gd name="T0" fmla="*/ 441 w 441"/>
                <a:gd name="T1" fmla="*/ 7 h 474"/>
                <a:gd name="T2" fmla="*/ 441 w 441"/>
                <a:gd name="T3" fmla="*/ 144 h 474"/>
                <a:gd name="T4" fmla="*/ 296 w 441"/>
                <a:gd name="T5" fmla="*/ 144 h 474"/>
                <a:gd name="T6" fmla="*/ 438 w 441"/>
                <a:gd name="T7" fmla="*/ 309 h 474"/>
                <a:gd name="T8" fmla="*/ 166 w 441"/>
                <a:gd name="T9" fmla="*/ 434 h 474"/>
                <a:gd name="T10" fmla="*/ 41 w 441"/>
                <a:gd name="T11" fmla="*/ 162 h 474"/>
                <a:gd name="T12" fmla="*/ 313 w 441"/>
                <a:gd name="T13" fmla="*/ 37 h 474"/>
                <a:gd name="T14" fmla="*/ 428 w 441"/>
                <a:gd name="T15" fmla="*/ 139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1" h="474">
                  <a:moveTo>
                    <a:pt x="441" y="7"/>
                  </a:moveTo>
                  <a:lnTo>
                    <a:pt x="441" y="144"/>
                  </a:lnTo>
                  <a:lnTo>
                    <a:pt x="296" y="144"/>
                  </a:lnTo>
                  <a:moveTo>
                    <a:pt x="438" y="309"/>
                  </a:moveTo>
                  <a:cubicBezTo>
                    <a:pt x="397" y="418"/>
                    <a:pt x="276" y="474"/>
                    <a:pt x="166" y="434"/>
                  </a:cubicBezTo>
                  <a:cubicBezTo>
                    <a:pt x="56" y="393"/>
                    <a:pt x="0" y="271"/>
                    <a:pt x="41" y="162"/>
                  </a:cubicBezTo>
                  <a:cubicBezTo>
                    <a:pt x="82" y="52"/>
                    <a:pt x="202" y="0"/>
                    <a:pt x="313" y="37"/>
                  </a:cubicBezTo>
                  <a:cubicBezTo>
                    <a:pt x="357" y="51"/>
                    <a:pt x="398" y="91"/>
                    <a:pt x="428" y="139"/>
                  </a:cubicBez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58EE0AF2-D44B-49EF-8133-A0076411A912}"/>
              </a:ext>
            </a:extLst>
          </p:cNvPr>
          <p:cNvSpPr txBox="1"/>
          <p:nvPr/>
        </p:nvSpPr>
        <p:spPr>
          <a:xfrm>
            <a:off x="1498765" y="2063574"/>
            <a:ext cx="18565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플랫폼 포탈</a:t>
            </a:r>
          </a:p>
        </p:txBody>
      </p:sp>
      <p:grpSp>
        <p:nvGrpSpPr>
          <p:cNvPr id="99" name="Labeled Field">
            <a:extLst>
              <a:ext uri="{FF2B5EF4-FFF2-40B4-BE49-F238E27FC236}">
                <a16:creationId xmlns:a16="http://schemas.microsoft.com/office/drawing/2014/main" xmlns="" id="{BC9128C3-AD6E-4530-89AC-9581A17090FF}"/>
              </a:ext>
            </a:extLst>
          </p:cNvPr>
          <p:cNvGrpSpPr/>
          <p:nvPr/>
        </p:nvGrpSpPr>
        <p:grpSpPr>
          <a:xfrm>
            <a:off x="4598377" y="2982390"/>
            <a:ext cx="2476028" cy="241995"/>
            <a:chOff x="994997" y="1987431"/>
            <a:chExt cx="2417453" cy="345774"/>
          </a:xfrm>
        </p:grpSpPr>
        <p:sp>
          <p:nvSpPr>
            <p:cNvPr id="100" name="Text Box">
              <a:extLst>
                <a:ext uri="{FF2B5EF4-FFF2-40B4-BE49-F238E27FC236}">
                  <a16:creationId xmlns:a16="http://schemas.microsoft.com/office/drawing/2014/main" xmlns="" id="{23A3790B-FC44-4BAF-96B1-6D2BD0104451}"/>
                </a:ext>
              </a:extLst>
            </p:cNvPr>
            <p:cNvSpPr/>
            <p:nvPr/>
          </p:nvSpPr>
          <p:spPr>
            <a:xfrm>
              <a:off x="1724715" y="1987431"/>
              <a:ext cx="1687735" cy="34577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Label">
              <a:extLst>
                <a:ext uri="{FF2B5EF4-FFF2-40B4-BE49-F238E27FC236}">
                  <a16:creationId xmlns:a16="http://schemas.microsoft.com/office/drawing/2014/main" xmlns="" id="{8B81E6C9-EA0F-4BB2-B336-A2D4B6093645}"/>
                </a:ext>
              </a:extLst>
            </p:cNvPr>
            <p:cNvSpPr txBox="1"/>
            <p:nvPr/>
          </p:nvSpPr>
          <p:spPr>
            <a:xfrm>
              <a:off x="994997" y="1999098"/>
              <a:ext cx="729716" cy="322495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EP-ID:</a:t>
              </a:r>
            </a:p>
          </p:txBody>
        </p:sp>
      </p:grpSp>
      <p:grpSp>
        <p:nvGrpSpPr>
          <p:cNvPr id="110" name="Labeled Field">
            <a:extLst>
              <a:ext uri="{FF2B5EF4-FFF2-40B4-BE49-F238E27FC236}">
                <a16:creationId xmlns:a16="http://schemas.microsoft.com/office/drawing/2014/main" xmlns="" id="{2D727BD5-1826-40D7-9A24-15F1CCBF2DA0}"/>
              </a:ext>
            </a:extLst>
          </p:cNvPr>
          <p:cNvGrpSpPr/>
          <p:nvPr/>
        </p:nvGrpSpPr>
        <p:grpSpPr>
          <a:xfrm>
            <a:off x="4598377" y="3315621"/>
            <a:ext cx="2476028" cy="241996"/>
            <a:chOff x="994997" y="1895437"/>
            <a:chExt cx="2417453" cy="529791"/>
          </a:xfrm>
        </p:grpSpPr>
        <p:sp>
          <p:nvSpPr>
            <p:cNvPr id="113" name="Text Box">
              <a:extLst>
                <a:ext uri="{FF2B5EF4-FFF2-40B4-BE49-F238E27FC236}">
                  <a16:creationId xmlns:a16="http://schemas.microsoft.com/office/drawing/2014/main" xmlns="" id="{A8CE5396-FBC3-410D-972D-144AD5BD27F1}"/>
                </a:ext>
              </a:extLst>
            </p:cNvPr>
            <p:cNvSpPr/>
            <p:nvPr/>
          </p:nvSpPr>
          <p:spPr>
            <a:xfrm>
              <a:off x="1724715" y="1895437"/>
              <a:ext cx="1687735" cy="529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••</a:t>
              </a:r>
              <a:r>
                <a:rPr lang="en-US" altLang="ko-KR" sz="800" dirty="0">
                  <a:solidFill>
                    <a:srgbClr val="5F5F5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••••</a:t>
              </a:r>
              <a:endParaRPr lang="en-US" altLang="ko-KR" sz="8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Label">
              <a:extLst>
                <a:ext uri="{FF2B5EF4-FFF2-40B4-BE49-F238E27FC236}">
                  <a16:creationId xmlns:a16="http://schemas.microsoft.com/office/drawing/2014/main" xmlns="" id="{1A4AF80E-D6AA-4918-8B75-76F5B10C730A}"/>
                </a:ext>
              </a:extLst>
            </p:cNvPr>
            <p:cNvSpPr txBox="1"/>
            <p:nvPr/>
          </p:nvSpPr>
          <p:spPr>
            <a:xfrm>
              <a:off x="994997" y="1895468"/>
              <a:ext cx="729716" cy="529760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암호</a:t>
              </a:r>
              <a:r>
                <a:rPr lang="en-US" sz="8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</p:grpSp>
      <p:sp>
        <p:nvSpPr>
          <p:cNvPr id="125" name="Button">
            <a:extLst>
              <a:ext uri="{FF2B5EF4-FFF2-40B4-BE49-F238E27FC236}">
                <a16:creationId xmlns:a16="http://schemas.microsoft.com/office/drawing/2014/main" xmlns="" id="{131612F8-6309-4B67-9FDF-37D9BF4CC1EF}"/>
              </a:ext>
            </a:extLst>
          </p:cNvPr>
          <p:cNvSpPr/>
          <p:nvPr/>
        </p:nvSpPr>
        <p:spPr>
          <a:xfrm>
            <a:off x="5371216" y="3661281"/>
            <a:ext cx="1017775" cy="215593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85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1" name="Text Area">
            <a:extLst>
              <a:ext uri="{FF2B5EF4-FFF2-40B4-BE49-F238E27FC236}">
                <a16:creationId xmlns:a16="http://schemas.microsoft.com/office/drawing/2014/main" xmlns="" id="{0E1F1729-A29D-40C8-A10A-6BFA8638FB3C}"/>
              </a:ext>
            </a:extLst>
          </p:cNvPr>
          <p:cNvSpPr/>
          <p:nvPr/>
        </p:nvSpPr>
        <p:spPr>
          <a:xfrm>
            <a:off x="4598377" y="3976996"/>
            <a:ext cx="2506696" cy="686165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공지사항 </a:t>
            </a:r>
            <a:r>
              <a:rPr lang="en-US" altLang="ko-KR" sz="8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  <a:p>
            <a:r>
              <a:rPr lang="ko-KR" altLang="en-US" sz="8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공지사항 </a:t>
            </a:r>
            <a:r>
              <a:rPr lang="en-US" altLang="ko-KR" sz="8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endParaRPr lang="en-US" sz="8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xmlns="" id="{07099CDA-A129-46BB-BFE7-CE4A25D06761}"/>
              </a:ext>
            </a:extLst>
          </p:cNvPr>
          <p:cNvGrpSpPr/>
          <p:nvPr/>
        </p:nvGrpSpPr>
        <p:grpSpPr>
          <a:xfrm>
            <a:off x="2383187" y="5349347"/>
            <a:ext cx="3989618" cy="278585"/>
            <a:chOff x="839416" y="6525344"/>
            <a:chExt cx="2520280" cy="203339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xmlns="" id="{126565F4-ADD9-4C70-8400-64561104306C}"/>
                </a:ext>
              </a:extLst>
            </p:cNvPr>
            <p:cNvSpPr/>
            <p:nvPr/>
          </p:nvSpPr>
          <p:spPr>
            <a:xfrm>
              <a:off x="839416" y="6525344"/>
              <a:ext cx="2520280" cy="1573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xmlns="" id="{428CD07B-644F-4CBF-93A3-81FA14DC6397}"/>
                </a:ext>
              </a:extLst>
            </p:cNvPr>
            <p:cNvSpPr txBox="1"/>
            <p:nvPr/>
          </p:nvSpPr>
          <p:spPr>
            <a:xfrm>
              <a:off x="1525407" y="6528628"/>
              <a:ext cx="165942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헬프데스크</a:t>
              </a:r>
              <a:r>
                <a:rPr lang="ko-KR" altLang="en-US" sz="700" b="1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안내 이메일 및 전화번호</a:t>
              </a:r>
            </a:p>
          </p:txBody>
        </p:sp>
      </p:grpSp>
      <p:grpSp>
        <p:nvGrpSpPr>
          <p:cNvPr id="145" name="Placeholder">
            <a:extLst>
              <a:ext uri="{FF2B5EF4-FFF2-40B4-BE49-F238E27FC236}">
                <a16:creationId xmlns:a16="http://schemas.microsoft.com/office/drawing/2014/main" xmlns="" id="{5C718B83-D1C6-476A-AF3F-F4C592530654}"/>
              </a:ext>
            </a:extLst>
          </p:cNvPr>
          <p:cNvGrpSpPr>
            <a:grpSpLocks noChangeAspect="1"/>
          </p:cNvGrpSpPr>
          <p:nvPr/>
        </p:nvGrpSpPr>
        <p:grpSpPr>
          <a:xfrm>
            <a:off x="1694534" y="2998946"/>
            <a:ext cx="2418060" cy="1677118"/>
            <a:chOff x="5107122" y="2328044"/>
            <a:chExt cx="1257959" cy="1008112"/>
          </a:xfrm>
          <a:solidFill>
            <a:srgbClr val="FFFFFF"/>
          </a:solidFill>
        </p:grpSpPr>
        <p:sp>
          <p:nvSpPr>
            <p:cNvPr id="146" name="Border">
              <a:extLst>
                <a:ext uri="{FF2B5EF4-FFF2-40B4-BE49-F238E27FC236}">
                  <a16:creationId xmlns:a16="http://schemas.microsoft.com/office/drawing/2014/main" xmlns="" id="{29B29AD1-A195-4A7A-B808-CF2B6DA80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7122" y="2328044"/>
              <a:ext cx="1257959" cy="100811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7" name="Picture">
              <a:extLst>
                <a:ext uri="{FF2B5EF4-FFF2-40B4-BE49-F238E27FC236}">
                  <a16:creationId xmlns:a16="http://schemas.microsoft.com/office/drawing/2014/main" xmlns="" id="{1CA423F6-1B81-4011-ADDA-0D5A8AEDC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737" y="2457563"/>
              <a:ext cx="1074728" cy="786978"/>
            </a:xfrm>
            <a:custGeom>
              <a:avLst/>
              <a:gdLst>
                <a:gd name="T0" fmla="*/ 0 w 1329"/>
                <a:gd name="T1" fmla="*/ 784 h 969"/>
                <a:gd name="T2" fmla="*/ 303 w 1329"/>
                <a:gd name="T3" fmla="*/ 481 h 969"/>
                <a:gd name="T4" fmla="*/ 460 w 1329"/>
                <a:gd name="T5" fmla="*/ 638 h 969"/>
                <a:gd name="T6" fmla="*/ 941 w 1329"/>
                <a:gd name="T7" fmla="*/ 157 h 969"/>
                <a:gd name="T8" fmla="*/ 1329 w 1329"/>
                <a:gd name="T9" fmla="*/ 545 h 969"/>
                <a:gd name="T10" fmla="*/ 1329 w 1329"/>
                <a:gd name="T11" fmla="*/ 969 h 969"/>
                <a:gd name="T12" fmla="*/ 0 w 1329"/>
                <a:gd name="T13" fmla="*/ 969 h 969"/>
                <a:gd name="T14" fmla="*/ 0 w 1329"/>
                <a:gd name="T15" fmla="*/ 784 h 969"/>
                <a:gd name="T16" fmla="*/ 363 w 1329"/>
                <a:gd name="T17" fmla="*/ 180 h 969"/>
                <a:gd name="T18" fmla="*/ 184 w 1329"/>
                <a:gd name="T19" fmla="*/ 360 h 969"/>
                <a:gd name="T20" fmla="*/ 4 w 1329"/>
                <a:gd name="T21" fmla="*/ 180 h 969"/>
                <a:gd name="T22" fmla="*/ 184 w 1329"/>
                <a:gd name="T23" fmla="*/ 0 h 969"/>
                <a:gd name="T24" fmla="*/ 363 w 1329"/>
                <a:gd name="T25" fmla="*/ 180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29" h="969">
                  <a:moveTo>
                    <a:pt x="0" y="784"/>
                  </a:moveTo>
                  <a:lnTo>
                    <a:pt x="303" y="481"/>
                  </a:lnTo>
                  <a:lnTo>
                    <a:pt x="460" y="638"/>
                  </a:lnTo>
                  <a:lnTo>
                    <a:pt x="941" y="157"/>
                  </a:lnTo>
                  <a:lnTo>
                    <a:pt x="1329" y="545"/>
                  </a:lnTo>
                  <a:lnTo>
                    <a:pt x="1329" y="969"/>
                  </a:lnTo>
                  <a:lnTo>
                    <a:pt x="0" y="969"/>
                  </a:lnTo>
                  <a:lnTo>
                    <a:pt x="0" y="784"/>
                  </a:lnTo>
                  <a:close/>
                  <a:moveTo>
                    <a:pt x="363" y="180"/>
                  </a:moveTo>
                  <a:cubicBezTo>
                    <a:pt x="363" y="279"/>
                    <a:pt x="283" y="360"/>
                    <a:pt x="184" y="360"/>
                  </a:cubicBezTo>
                  <a:cubicBezTo>
                    <a:pt x="84" y="360"/>
                    <a:pt x="4" y="279"/>
                    <a:pt x="4" y="180"/>
                  </a:cubicBezTo>
                  <a:cubicBezTo>
                    <a:pt x="4" y="80"/>
                    <a:pt x="84" y="0"/>
                    <a:pt x="184" y="0"/>
                  </a:cubicBezTo>
                  <a:cubicBezTo>
                    <a:pt x="283" y="0"/>
                    <a:pt x="363" y="80"/>
                    <a:pt x="363" y="180"/>
                  </a:cubicBezTo>
                  <a:close/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직사각형 27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9811038" y="3677150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701488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로그인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공지사항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직사각형 31"/>
          <p:cNvSpPr/>
          <p:nvPr/>
        </p:nvSpPr>
        <p:spPr>
          <a:xfrm>
            <a:off x="5371215" y="3592059"/>
            <a:ext cx="1017776" cy="330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5069110" y="359674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246990" y="383978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546636" y="3926461"/>
            <a:ext cx="2558437" cy="802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9811038" y="3703271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DDM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로그인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289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로그인 </a:t>
            </a:r>
            <a:r>
              <a:rPr lang="en-US" altLang="ko-KR" dirty="0"/>
              <a:t>(WF0001)</a:t>
            </a:r>
            <a:endParaRPr lang="ko-KR" altLang="en-US" dirty="0"/>
          </a:p>
        </p:txBody>
      </p:sp>
      <p:sp>
        <p:nvSpPr>
          <p:cNvPr id="77" name="Window Body" descr="&lt;SmartSettings&gt;&lt;SmartResize anchorLeft=&quot;Absolute&quot; anchorTop=&quot;Absolute&quot; anchorRight=&quot;Absolute&quot; anchorBottom=&quot;Absolute&quot; /&gt;&lt;/SmartSettings&gt;">
            <a:extLst>
              <a:ext uri="{FF2B5EF4-FFF2-40B4-BE49-F238E27FC236}">
                <a16:creationId xmlns:a16="http://schemas.microsoft.com/office/drawing/2014/main" xmlns="" id="{D1B55EF7-2EE8-4E66-8A09-41D46C7CA7B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79151" y="1976931"/>
            <a:ext cx="6668462" cy="3817559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Title Bar" descr="&lt;SmartSettings&gt;&lt;SmartResize anchorLeft=&quot;Absolut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62DFBE59-9FB5-4868-A0F3-E09F71B7B31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79152" y="1441946"/>
            <a:ext cx="6668461" cy="537078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Browser</a:t>
            </a:r>
          </a:p>
        </p:txBody>
      </p:sp>
      <p:sp>
        <p:nvSpPr>
          <p:cNvPr id="81" name="Address Box" descr="&lt;SmartSettings&gt;&lt;SmartResize anchorLeft=&quot;Absolute&quot; anchorTop=&quot;Absolute&quot; anchorRight=&quot;Absolute&quot; anchorBottom=&quot;None&quot; /&gt;&lt;/SmartSettings&gt;">
            <a:extLst>
              <a:ext uri="{FF2B5EF4-FFF2-40B4-BE49-F238E27FC236}">
                <a16:creationId xmlns:a16="http://schemas.microsoft.com/office/drawing/2014/main" xmlns="" id="{9BEAF128-981D-451D-861C-2AE68685290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882067" y="1686990"/>
            <a:ext cx="5439007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37744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www.ldfddm.com</a:t>
            </a:r>
          </a:p>
        </p:txBody>
      </p:sp>
      <p:sp>
        <p:nvSpPr>
          <p:cNvPr id="82" name="Document Icon" descr="&lt;SmartSettings&gt;&lt;SmartResize anchorLeft=&quot;Absolute&quot; anchorTop=&quot;Absolut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xmlns="" id="{90EBED20-12FB-4512-9537-D3153BA02BE2}"/>
              </a:ext>
            </a:extLst>
          </p:cNvPr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1958191" y="1739187"/>
            <a:ext cx="93663" cy="133350"/>
          </a:xfrm>
          <a:custGeom>
            <a:avLst/>
            <a:gdLst>
              <a:gd name="T0" fmla="*/ 153 w 260"/>
              <a:gd name="T1" fmla="*/ 7 h 367"/>
              <a:gd name="T2" fmla="*/ 153 w 260"/>
              <a:gd name="T3" fmla="*/ 108 h 367"/>
              <a:gd name="T4" fmla="*/ 253 w 260"/>
              <a:gd name="T5" fmla="*/ 108 h 367"/>
              <a:gd name="T6" fmla="*/ 0 w 260"/>
              <a:gd name="T7" fmla="*/ 0 h 367"/>
              <a:gd name="T8" fmla="*/ 0 w 260"/>
              <a:gd name="T9" fmla="*/ 367 h 367"/>
              <a:gd name="T10" fmla="*/ 260 w 260"/>
              <a:gd name="T11" fmla="*/ 367 h 367"/>
              <a:gd name="T12" fmla="*/ 260 w 260"/>
              <a:gd name="T13" fmla="*/ 100 h 367"/>
              <a:gd name="T14" fmla="*/ 161 w 260"/>
              <a:gd name="T15" fmla="*/ 1 h 367"/>
              <a:gd name="T16" fmla="*/ 0 w 260"/>
              <a:gd name="T17" fmla="*/ 0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0" h="367">
                <a:moveTo>
                  <a:pt x="153" y="7"/>
                </a:moveTo>
                <a:lnTo>
                  <a:pt x="153" y="108"/>
                </a:lnTo>
                <a:lnTo>
                  <a:pt x="253" y="108"/>
                </a:lnTo>
                <a:moveTo>
                  <a:pt x="0" y="0"/>
                </a:moveTo>
                <a:lnTo>
                  <a:pt x="0" y="367"/>
                </a:lnTo>
                <a:lnTo>
                  <a:pt x="260" y="367"/>
                </a:lnTo>
                <a:lnTo>
                  <a:pt x="260" y="100"/>
                </a:lnTo>
                <a:lnTo>
                  <a:pt x="161" y="1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3" name="Navigation Buttons">
            <a:extLst>
              <a:ext uri="{FF2B5EF4-FFF2-40B4-BE49-F238E27FC236}">
                <a16:creationId xmlns:a16="http://schemas.microsoft.com/office/drawing/2014/main" xmlns="" id="{EA3F9942-229C-4427-BFA6-D6C290C9AB10}"/>
              </a:ext>
            </a:extLst>
          </p:cNvPr>
          <p:cNvGrpSpPr/>
          <p:nvPr/>
        </p:nvGrpSpPr>
        <p:grpSpPr>
          <a:xfrm>
            <a:off x="1105065" y="1719343"/>
            <a:ext cx="641351" cy="173038"/>
            <a:chOff x="721598" y="1538639"/>
            <a:chExt cx="641351" cy="173038"/>
          </a:xfrm>
        </p:grpSpPr>
        <p:sp>
          <p:nvSpPr>
            <p:cNvPr id="84" name="Back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A7E8C0B7-F91E-4E3C-BA49-59C7B693549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21598" y="1564833"/>
              <a:ext cx="152400" cy="120650"/>
            </a:xfrm>
            <a:custGeom>
              <a:avLst/>
              <a:gdLst>
                <a:gd name="T0" fmla="*/ 159 w 423"/>
                <a:gd name="T1" fmla="*/ 332 h 332"/>
                <a:gd name="T2" fmla="*/ 0 w 423"/>
                <a:gd name="T3" fmla="*/ 166 h 332"/>
                <a:gd name="T4" fmla="*/ 159 w 423"/>
                <a:gd name="T5" fmla="*/ 0 h 332"/>
                <a:gd name="T6" fmla="*/ 15 w 423"/>
                <a:gd name="T7" fmla="*/ 166 h 332"/>
                <a:gd name="T8" fmla="*/ 423 w 423"/>
                <a:gd name="T9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" h="332">
                  <a:moveTo>
                    <a:pt x="159" y="332"/>
                  </a:moveTo>
                  <a:lnTo>
                    <a:pt x="0" y="166"/>
                  </a:lnTo>
                  <a:lnTo>
                    <a:pt x="159" y="0"/>
                  </a:lnTo>
                  <a:moveTo>
                    <a:pt x="15" y="166"/>
                  </a:moveTo>
                  <a:lnTo>
                    <a:pt x="423" y="166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0" name="Forward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0646AE33-F13F-4DDE-982E-C4C005D93D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962898" y="1564833"/>
              <a:ext cx="152400" cy="120650"/>
            </a:xfrm>
            <a:custGeom>
              <a:avLst/>
              <a:gdLst>
                <a:gd name="T0" fmla="*/ 265 w 423"/>
                <a:gd name="T1" fmla="*/ 0 h 332"/>
                <a:gd name="T2" fmla="*/ 423 w 423"/>
                <a:gd name="T3" fmla="*/ 166 h 332"/>
                <a:gd name="T4" fmla="*/ 265 w 423"/>
                <a:gd name="T5" fmla="*/ 332 h 332"/>
                <a:gd name="T6" fmla="*/ 408 w 423"/>
                <a:gd name="T7" fmla="*/ 166 h 332"/>
                <a:gd name="T8" fmla="*/ 0 w 423"/>
                <a:gd name="T9" fmla="*/ 166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" h="332">
                  <a:moveTo>
                    <a:pt x="265" y="0"/>
                  </a:moveTo>
                  <a:lnTo>
                    <a:pt x="423" y="166"/>
                  </a:lnTo>
                  <a:lnTo>
                    <a:pt x="265" y="332"/>
                  </a:lnTo>
                  <a:moveTo>
                    <a:pt x="408" y="166"/>
                  </a:moveTo>
                  <a:lnTo>
                    <a:pt x="0" y="166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Reload Butt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05142B73-41A2-4BE5-9E5E-13DFC257DF0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204199" y="1538639"/>
              <a:ext cx="158750" cy="173038"/>
            </a:xfrm>
            <a:custGeom>
              <a:avLst/>
              <a:gdLst>
                <a:gd name="T0" fmla="*/ 441 w 441"/>
                <a:gd name="T1" fmla="*/ 7 h 474"/>
                <a:gd name="T2" fmla="*/ 441 w 441"/>
                <a:gd name="T3" fmla="*/ 144 h 474"/>
                <a:gd name="T4" fmla="*/ 296 w 441"/>
                <a:gd name="T5" fmla="*/ 144 h 474"/>
                <a:gd name="T6" fmla="*/ 438 w 441"/>
                <a:gd name="T7" fmla="*/ 309 h 474"/>
                <a:gd name="T8" fmla="*/ 166 w 441"/>
                <a:gd name="T9" fmla="*/ 434 h 474"/>
                <a:gd name="T10" fmla="*/ 41 w 441"/>
                <a:gd name="T11" fmla="*/ 162 h 474"/>
                <a:gd name="T12" fmla="*/ 313 w 441"/>
                <a:gd name="T13" fmla="*/ 37 h 474"/>
                <a:gd name="T14" fmla="*/ 428 w 441"/>
                <a:gd name="T15" fmla="*/ 139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1" h="474">
                  <a:moveTo>
                    <a:pt x="441" y="7"/>
                  </a:moveTo>
                  <a:lnTo>
                    <a:pt x="441" y="144"/>
                  </a:lnTo>
                  <a:lnTo>
                    <a:pt x="296" y="144"/>
                  </a:lnTo>
                  <a:moveTo>
                    <a:pt x="438" y="309"/>
                  </a:moveTo>
                  <a:cubicBezTo>
                    <a:pt x="397" y="418"/>
                    <a:pt x="276" y="474"/>
                    <a:pt x="166" y="434"/>
                  </a:cubicBezTo>
                  <a:cubicBezTo>
                    <a:pt x="56" y="393"/>
                    <a:pt x="0" y="271"/>
                    <a:pt x="41" y="162"/>
                  </a:cubicBezTo>
                  <a:cubicBezTo>
                    <a:pt x="82" y="52"/>
                    <a:pt x="202" y="0"/>
                    <a:pt x="313" y="37"/>
                  </a:cubicBezTo>
                  <a:cubicBezTo>
                    <a:pt x="357" y="51"/>
                    <a:pt x="398" y="91"/>
                    <a:pt x="428" y="139"/>
                  </a:cubicBez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8CA132B-25D0-41FA-A87A-D0CB4AC852CB}"/>
              </a:ext>
            </a:extLst>
          </p:cNvPr>
          <p:cNvSpPr txBox="1"/>
          <p:nvPr/>
        </p:nvSpPr>
        <p:spPr>
          <a:xfrm>
            <a:off x="1420256" y="2169778"/>
            <a:ext cx="18565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플랫폼 포탈</a:t>
            </a:r>
          </a:p>
        </p:txBody>
      </p:sp>
      <p:sp>
        <p:nvSpPr>
          <p:cNvPr id="29" name="Text Box">
            <a:extLst>
              <a:ext uri="{FF2B5EF4-FFF2-40B4-BE49-F238E27FC236}">
                <a16:creationId xmlns:a16="http://schemas.microsoft.com/office/drawing/2014/main" xmlns="" id="{59EA6338-4BA4-4730-9C82-5BEC6CCD1755}"/>
              </a:ext>
            </a:extLst>
          </p:cNvPr>
          <p:cNvSpPr/>
          <p:nvPr/>
        </p:nvSpPr>
        <p:spPr>
          <a:xfrm>
            <a:off x="4304948" y="3955561"/>
            <a:ext cx="1744788" cy="23681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5F5F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</a:t>
            </a:r>
            <a:r>
              <a:rPr lang="en-US" altLang="ko-KR" sz="800" dirty="0">
                <a:solidFill>
                  <a:srgbClr val="5F5F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••••</a:t>
            </a:r>
            <a:endParaRPr lang="en-US" altLang="ko-KR" sz="8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Button">
            <a:extLst>
              <a:ext uri="{FF2B5EF4-FFF2-40B4-BE49-F238E27FC236}">
                <a16:creationId xmlns:a16="http://schemas.microsoft.com/office/drawing/2014/main" xmlns="" id="{1A177EAA-97F8-4619-AB5C-EACA4B853E1F}"/>
              </a:ext>
            </a:extLst>
          </p:cNvPr>
          <p:cNvSpPr/>
          <p:nvPr/>
        </p:nvSpPr>
        <p:spPr>
          <a:xfrm>
            <a:off x="6140130" y="3955562"/>
            <a:ext cx="1027288" cy="246025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572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인증</a:t>
            </a:r>
            <a:endParaRPr lang="en-US" sz="85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xmlns="" id="{F3EFA1DF-1DD1-4FBE-A4CD-373B7F7622B0}"/>
              </a:ext>
            </a:extLst>
          </p:cNvPr>
          <p:cNvGrpSpPr/>
          <p:nvPr/>
        </p:nvGrpSpPr>
        <p:grpSpPr>
          <a:xfrm>
            <a:off x="2312945" y="5385321"/>
            <a:ext cx="4026910" cy="284890"/>
            <a:chOff x="839416" y="6525344"/>
            <a:chExt cx="2520280" cy="212483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xmlns="" id="{672156E1-28A0-421B-9DC7-125114F32226}"/>
                </a:ext>
              </a:extLst>
            </p:cNvPr>
            <p:cNvSpPr/>
            <p:nvPr/>
          </p:nvSpPr>
          <p:spPr>
            <a:xfrm>
              <a:off x="839416" y="6525344"/>
              <a:ext cx="2520280" cy="1573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BB7A91F3-B47B-43F0-BA60-F46805907AD1}"/>
                </a:ext>
              </a:extLst>
            </p:cNvPr>
            <p:cNvSpPr txBox="1"/>
            <p:nvPr/>
          </p:nvSpPr>
          <p:spPr>
            <a:xfrm>
              <a:off x="1639242" y="6537772"/>
              <a:ext cx="165942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헬프데스크</a:t>
              </a:r>
              <a:r>
                <a:rPr lang="ko-KR" altLang="en-US" sz="700" b="1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안내 이메일 및 전화번호</a:t>
              </a:r>
            </a:p>
          </p:txBody>
        </p:sp>
      </p:grpSp>
      <p:grpSp>
        <p:nvGrpSpPr>
          <p:cNvPr id="34" name="Placeholder">
            <a:extLst>
              <a:ext uri="{FF2B5EF4-FFF2-40B4-BE49-F238E27FC236}">
                <a16:creationId xmlns:a16="http://schemas.microsoft.com/office/drawing/2014/main" xmlns="" id="{D05F32B2-215E-46E5-85FC-836DB9740497}"/>
              </a:ext>
            </a:extLst>
          </p:cNvPr>
          <p:cNvGrpSpPr>
            <a:grpSpLocks noChangeAspect="1"/>
          </p:cNvGrpSpPr>
          <p:nvPr/>
        </p:nvGrpSpPr>
        <p:grpSpPr>
          <a:xfrm>
            <a:off x="1617855" y="3085158"/>
            <a:ext cx="2440663" cy="1641271"/>
            <a:chOff x="5107122" y="2328044"/>
            <a:chExt cx="1257959" cy="1008112"/>
          </a:xfrm>
          <a:solidFill>
            <a:srgbClr val="FFFFFF"/>
          </a:solidFill>
        </p:grpSpPr>
        <p:sp>
          <p:nvSpPr>
            <p:cNvPr id="35" name="Border">
              <a:extLst>
                <a:ext uri="{FF2B5EF4-FFF2-40B4-BE49-F238E27FC236}">
                  <a16:creationId xmlns:a16="http://schemas.microsoft.com/office/drawing/2014/main" xmlns="" id="{4C05AFAB-8348-4584-826A-D3DB430EB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7122" y="2328044"/>
              <a:ext cx="1257959" cy="100811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Picture">
              <a:extLst>
                <a:ext uri="{FF2B5EF4-FFF2-40B4-BE49-F238E27FC236}">
                  <a16:creationId xmlns:a16="http://schemas.microsoft.com/office/drawing/2014/main" xmlns="" id="{66603985-9C52-4176-9A06-323A6C51F5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737" y="2457563"/>
              <a:ext cx="1074728" cy="786978"/>
            </a:xfrm>
            <a:custGeom>
              <a:avLst/>
              <a:gdLst>
                <a:gd name="T0" fmla="*/ 0 w 1329"/>
                <a:gd name="T1" fmla="*/ 784 h 969"/>
                <a:gd name="T2" fmla="*/ 303 w 1329"/>
                <a:gd name="T3" fmla="*/ 481 h 969"/>
                <a:gd name="T4" fmla="*/ 460 w 1329"/>
                <a:gd name="T5" fmla="*/ 638 h 969"/>
                <a:gd name="T6" fmla="*/ 941 w 1329"/>
                <a:gd name="T7" fmla="*/ 157 h 969"/>
                <a:gd name="T8" fmla="*/ 1329 w 1329"/>
                <a:gd name="T9" fmla="*/ 545 h 969"/>
                <a:gd name="T10" fmla="*/ 1329 w 1329"/>
                <a:gd name="T11" fmla="*/ 969 h 969"/>
                <a:gd name="T12" fmla="*/ 0 w 1329"/>
                <a:gd name="T13" fmla="*/ 969 h 969"/>
                <a:gd name="T14" fmla="*/ 0 w 1329"/>
                <a:gd name="T15" fmla="*/ 784 h 969"/>
                <a:gd name="T16" fmla="*/ 363 w 1329"/>
                <a:gd name="T17" fmla="*/ 180 h 969"/>
                <a:gd name="T18" fmla="*/ 184 w 1329"/>
                <a:gd name="T19" fmla="*/ 360 h 969"/>
                <a:gd name="T20" fmla="*/ 4 w 1329"/>
                <a:gd name="T21" fmla="*/ 180 h 969"/>
                <a:gd name="T22" fmla="*/ 184 w 1329"/>
                <a:gd name="T23" fmla="*/ 0 h 969"/>
                <a:gd name="T24" fmla="*/ 363 w 1329"/>
                <a:gd name="T25" fmla="*/ 180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29" h="969">
                  <a:moveTo>
                    <a:pt x="0" y="784"/>
                  </a:moveTo>
                  <a:lnTo>
                    <a:pt x="303" y="481"/>
                  </a:lnTo>
                  <a:lnTo>
                    <a:pt x="460" y="638"/>
                  </a:lnTo>
                  <a:lnTo>
                    <a:pt x="941" y="157"/>
                  </a:lnTo>
                  <a:lnTo>
                    <a:pt x="1329" y="545"/>
                  </a:lnTo>
                  <a:lnTo>
                    <a:pt x="1329" y="969"/>
                  </a:lnTo>
                  <a:lnTo>
                    <a:pt x="0" y="969"/>
                  </a:lnTo>
                  <a:lnTo>
                    <a:pt x="0" y="784"/>
                  </a:lnTo>
                  <a:close/>
                  <a:moveTo>
                    <a:pt x="363" y="180"/>
                  </a:moveTo>
                  <a:cubicBezTo>
                    <a:pt x="363" y="279"/>
                    <a:pt x="283" y="360"/>
                    <a:pt x="184" y="360"/>
                  </a:cubicBezTo>
                  <a:cubicBezTo>
                    <a:pt x="84" y="360"/>
                    <a:pt x="4" y="279"/>
                    <a:pt x="4" y="180"/>
                  </a:cubicBezTo>
                  <a:cubicBezTo>
                    <a:pt x="4" y="80"/>
                    <a:pt x="84" y="0"/>
                    <a:pt x="184" y="0"/>
                  </a:cubicBezTo>
                  <a:cubicBezTo>
                    <a:pt x="283" y="0"/>
                    <a:pt x="363" y="80"/>
                    <a:pt x="363" y="180"/>
                  </a:cubicBezTo>
                  <a:close/>
                </a:path>
              </a:pathLst>
            </a:cu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AC28A655-3668-4870-9BCE-8A5AE95628CC}"/>
              </a:ext>
            </a:extLst>
          </p:cNvPr>
          <p:cNvSpPr txBox="1"/>
          <p:nvPr/>
        </p:nvSpPr>
        <p:spPr>
          <a:xfrm>
            <a:off x="4236267" y="3210623"/>
            <a:ext cx="2748769" cy="618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안녕하세요</a:t>
            </a:r>
            <a:r>
              <a:rPr lang="en-US" altLang="ko-KR" sz="800" dirty="0"/>
              <a:t>. [XXX] </a:t>
            </a:r>
            <a:r>
              <a:rPr lang="ko-KR" altLang="en-US" sz="800" dirty="0"/>
              <a:t>님</a:t>
            </a:r>
            <a:endParaRPr lang="en-US" altLang="ko-KR" sz="800" dirty="0"/>
          </a:p>
          <a:p>
            <a:r>
              <a:rPr lang="ko-KR" altLang="en-US" sz="800" dirty="0"/>
              <a:t>사용자 인증을 위해 </a:t>
            </a:r>
            <a:r>
              <a:rPr lang="en-US" altLang="ko-KR" sz="800" dirty="0"/>
              <a:t>Google OTP </a:t>
            </a:r>
          </a:p>
          <a:p>
            <a:r>
              <a:rPr lang="ko-KR" altLang="en-US" sz="800" dirty="0"/>
              <a:t>인증번호를 입력하세요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B96596CB-F615-42BE-B70B-AE2B48BF8430}"/>
              </a:ext>
            </a:extLst>
          </p:cNvPr>
          <p:cNvSpPr txBox="1"/>
          <p:nvPr/>
        </p:nvSpPr>
        <p:spPr>
          <a:xfrm>
            <a:off x="4240251" y="4454163"/>
            <a:ext cx="18998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u="sng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ko-KR" altLang="en-US" sz="1000" u="sng" dirty="0">
                <a:solidFill>
                  <a:schemeClr val="accent1">
                    <a:lumMod val="75000"/>
                  </a:schemeClr>
                </a:solidFill>
              </a:rPr>
              <a:t>채널 인증</a:t>
            </a:r>
            <a:r>
              <a:rPr lang="en-US" altLang="ko-KR" sz="1000" u="sng" dirty="0">
                <a:solidFill>
                  <a:schemeClr val="accent1">
                    <a:lumMod val="75000"/>
                  </a:schemeClr>
                </a:solidFill>
              </a:rPr>
              <a:t>(Google OTP)</a:t>
            </a:r>
            <a:r>
              <a:rPr lang="ko-KR" altLang="en-US" sz="1000" u="sng" dirty="0">
                <a:solidFill>
                  <a:schemeClr val="accent1">
                    <a:lumMod val="75000"/>
                  </a:schemeClr>
                </a:solidFill>
              </a:rPr>
              <a:t> 등록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149642" y="3905793"/>
            <a:ext cx="1017776" cy="330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7075430" y="375369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9811038" y="3700213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976048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2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채널 인증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9914455" y="4001608"/>
            <a:ext cx="1906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DDM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로그인 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2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채널 인증으로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구글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OTP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연동하여 인증합니다</a:t>
            </a:r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28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개인 대시보드 </a:t>
            </a:r>
            <a:r>
              <a:rPr lang="en-US" altLang="ko-KR" dirty="0"/>
              <a:t>(WF0002)</a:t>
            </a:r>
            <a:endParaRPr lang="ko-KR" altLang="en-US" dirty="0"/>
          </a:p>
        </p:txBody>
      </p:sp>
      <p:grpSp>
        <p:nvGrpSpPr>
          <p:cNvPr id="95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5809009-67EF-4958-AAC9-B42A4ED8CF2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9151" y="1441946"/>
            <a:ext cx="6668462" cy="4352544"/>
            <a:chOff x="595684" y="1261242"/>
            <a:chExt cx="6668462" cy="4352544"/>
          </a:xfrm>
        </p:grpSpPr>
        <p:sp>
          <p:nvSpPr>
            <p:cNvPr id="96" name="Window Body" descr="&lt;Tags&gt;&lt;SMARTRESIZEANCHORS&gt;Absolute,Absolute,Absolute,Absolute&lt;/SMARTRESIZEANCHORS&gt;&lt;/Tags&gt;">
              <a:extLst>
                <a:ext uri="{FF2B5EF4-FFF2-40B4-BE49-F238E27FC236}">
                  <a16:creationId xmlns:a16="http://schemas.microsoft.com/office/drawing/2014/main" xmlns="" id="{926CB9A5-E53F-401F-A120-78279A0B1D2E}"/>
                </a:ext>
              </a:extLst>
            </p:cNvPr>
            <p:cNvSpPr/>
            <p:nvPr/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786854E1-9E52-495F-9874-A4C9308E9AD9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3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279C7E17-0C02-48B0-9142-B9E6E37C816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F6B849E3-E809-4BE9-ACD1-7CEA0C1C0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607B2CD-FA6C-4B22-9F1F-9B85CCFD3D84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3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4CCB0932-F901-4D10-9B5D-AE2E62921FF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Navigation Buttons">
              <a:extLst>
                <a:ext uri="{FF2B5EF4-FFF2-40B4-BE49-F238E27FC236}">
                  <a16:creationId xmlns:a16="http://schemas.microsoft.com/office/drawing/2014/main" xmlns="" id="{6E5B9A26-5306-4EFD-9468-19D6A0DEA88D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5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0216D506-E183-43B0-82DB-1EBC0152733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0C4428B5-3EB1-4E7C-9F2D-32DCF4FF5CB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99E4E644-D560-4419-B82F-E9586B6944E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99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3246887E-7099-4F0D-AD2A-DBA97D06D44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162533" y="2623044"/>
            <a:ext cx="1940886" cy="1404011"/>
            <a:chOff x="1639094" y="1022033"/>
            <a:chExt cx="1439069" cy="977900"/>
          </a:xfrm>
        </p:grpSpPr>
        <p:sp>
          <p:nvSpPr>
            <p:cNvPr id="200" name="Tile Background">
              <a:extLst>
                <a:ext uri="{FF2B5EF4-FFF2-40B4-BE49-F238E27FC236}">
                  <a16:creationId xmlns:a16="http://schemas.microsoft.com/office/drawing/2014/main" xmlns="" id="{5DCD32E9-4493-4774-A588-FC68A9DDA5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01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09463C32-A410-471B-84E5-B73E052E2AD6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02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9263218E-1170-4E20-96FF-ECEE7B45476E}"/>
                </a:ext>
              </a:extLst>
            </p:cNvPr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04" name="TextBox 203">
            <a:extLst>
              <a:ext uri="{FF2B5EF4-FFF2-40B4-BE49-F238E27FC236}">
                <a16:creationId xmlns:a16="http://schemas.microsoft.com/office/drawing/2014/main" xmlns="" id="{A0122938-1258-49FC-A8A9-35E9178C1C63}"/>
              </a:ext>
            </a:extLst>
          </p:cNvPr>
          <p:cNvSpPr txBox="1"/>
          <p:nvPr/>
        </p:nvSpPr>
        <p:spPr>
          <a:xfrm>
            <a:off x="1105065" y="2164808"/>
            <a:ext cx="18565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플랫폼 포탈</a:t>
            </a:r>
          </a:p>
        </p:txBody>
      </p:sp>
      <p:grpSp>
        <p:nvGrpSpPr>
          <p:cNvPr id="250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58BE9698-B54A-418A-B624-29A0CA27507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219933" y="2623044"/>
            <a:ext cx="1940886" cy="1404011"/>
            <a:chOff x="1639094" y="1022033"/>
            <a:chExt cx="1439069" cy="977900"/>
          </a:xfrm>
        </p:grpSpPr>
        <p:sp>
          <p:nvSpPr>
            <p:cNvPr id="251" name="Tile Background">
              <a:extLst>
                <a:ext uri="{FF2B5EF4-FFF2-40B4-BE49-F238E27FC236}">
                  <a16:creationId xmlns:a16="http://schemas.microsoft.com/office/drawing/2014/main" xmlns="" id="{E3A6DCDC-7616-4C5A-9928-22D6F431B2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52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E8AA942C-E362-408E-A4BA-45536BDC9C32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3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E257EA3F-14E7-44D3-B57E-A93B7BBDB809}"/>
                </a:ext>
              </a:extLst>
            </p:cNvPr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54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BC4F7B36-36B3-4814-8DEB-36F1E2167AA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283683" y="2623044"/>
            <a:ext cx="1940886" cy="1404011"/>
            <a:chOff x="1639094" y="1022033"/>
            <a:chExt cx="1439069" cy="977900"/>
          </a:xfrm>
        </p:grpSpPr>
        <p:sp>
          <p:nvSpPr>
            <p:cNvPr id="255" name="Tile Background">
              <a:extLst>
                <a:ext uri="{FF2B5EF4-FFF2-40B4-BE49-F238E27FC236}">
                  <a16:creationId xmlns:a16="http://schemas.microsoft.com/office/drawing/2014/main" xmlns="" id="{F5A7BDE3-25DE-4B68-8DB4-90840A3FC6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56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972E6BCD-3DDC-406E-BD68-2BB110A95A17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7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B9DE3D61-8141-496F-8620-6DDF366F3F54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58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B223B72B-3A2D-42E8-A8C4-6C625E496D5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162533" y="4176971"/>
            <a:ext cx="1940886" cy="1404011"/>
            <a:chOff x="1639094" y="1022033"/>
            <a:chExt cx="1439069" cy="977900"/>
          </a:xfrm>
        </p:grpSpPr>
        <p:sp>
          <p:nvSpPr>
            <p:cNvPr id="259" name="Tile Background">
              <a:extLst>
                <a:ext uri="{FF2B5EF4-FFF2-40B4-BE49-F238E27FC236}">
                  <a16:creationId xmlns:a16="http://schemas.microsoft.com/office/drawing/2014/main" xmlns="" id="{C8E96445-620E-48EC-A14E-F3B3F09D52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60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654084F7-CE75-4F90-96B1-7DF1EE01A8FB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61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481E3627-70B1-46FC-B870-95E93C10D50F}"/>
                </a:ext>
              </a:extLst>
            </p:cNvPr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62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63F34806-8863-4F80-AF2D-F7BDAEE1D4A1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219933" y="4176971"/>
            <a:ext cx="1940886" cy="1404011"/>
            <a:chOff x="1639094" y="1022033"/>
            <a:chExt cx="1439069" cy="977900"/>
          </a:xfrm>
        </p:grpSpPr>
        <p:sp>
          <p:nvSpPr>
            <p:cNvPr id="263" name="Tile Background">
              <a:extLst>
                <a:ext uri="{FF2B5EF4-FFF2-40B4-BE49-F238E27FC236}">
                  <a16:creationId xmlns:a16="http://schemas.microsoft.com/office/drawing/2014/main" xmlns="" id="{A0C9E88C-8C4A-4AA7-876B-E23B8530F5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64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78DB8C2A-6EEF-4D91-83CE-3A6C77C701AE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65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8F9B5FF4-944D-4DFB-8646-0AB782A425A2}"/>
                </a:ext>
              </a:extLst>
            </p:cNvPr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66" name="Tile (1x1)" descr="&lt;SmartSettings&gt;&lt;SmartResize enabled=&quot;True&quot; minWidth=&quot;25&quot; minHeight=&quot;25&quot; /&gt;&lt;/SmartSettings&gt;">
            <a:extLst>
              <a:ext uri="{FF2B5EF4-FFF2-40B4-BE49-F238E27FC236}">
                <a16:creationId xmlns:a16="http://schemas.microsoft.com/office/drawing/2014/main" xmlns="" id="{60167AA0-BEF5-4BAC-943E-66C0297E8B78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283683" y="4176971"/>
            <a:ext cx="1940886" cy="1404011"/>
            <a:chOff x="1639094" y="1022033"/>
            <a:chExt cx="1439069" cy="977900"/>
          </a:xfrm>
        </p:grpSpPr>
        <p:sp>
          <p:nvSpPr>
            <p:cNvPr id="267" name="Tile Background">
              <a:extLst>
                <a:ext uri="{FF2B5EF4-FFF2-40B4-BE49-F238E27FC236}">
                  <a16:creationId xmlns:a16="http://schemas.microsoft.com/office/drawing/2014/main" xmlns="" id="{87778DEC-831F-421C-8069-9955E8223F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9888" y="1022033"/>
              <a:ext cx="1438275" cy="9779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  <a:effectLst>
              <a:outerShdw blurRad="63500" algn="ctr" rotWithShape="0">
                <a:srgbClr val="808080">
                  <a:alpha val="50000"/>
                </a:srgbClr>
              </a:outerShdw>
            </a:effectLst>
          </p:spPr>
          <p:txBody>
            <a:bodyPr vert="horz" wrap="square" lIns="54864" tIns="36576" rIns="54864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Title</a:t>
              </a:r>
            </a:p>
          </p:txBody>
        </p:sp>
        <p:sp>
          <p:nvSpPr>
            <p:cNvPr id="268" name="Subtitle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9B299E21-6455-490D-AECF-8801CFEFE34C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82057" y="1127764"/>
              <a:ext cx="193733" cy="53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all" normalizeH="0" dirty="0">
                  <a:ln>
                    <a:noFill/>
                  </a:ln>
                  <a:solidFill>
                    <a:srgbClr val="777777"/>
                  </a:solidFill>
                  <a:effectLst/>
                  <a:latin typeface="Segoe UI" panose="020B0502040204020203" pitchFamily="34" charset="0"/>
                </a:rPr>
                <a:t>Subtitle</a:t>
              </a:r>
              <a:endParaRPr kumimoji="0" lang="en-US" altLang="en-US" sz="500" b="0" i="0" u="none" strike="noStrike" cap="all" normalizeH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69" name="Tile Header Line" descr="&lt;SmartSettings&gt;&lt;SmartResize anchorLeft=&quot;Relative&quot; anchorTop=&quot;Absolute&quot; anchorRight=&quot;Relative&quot; anchorBottom=&quot;None&quot; /&gt;&lt;/SmartSettings&gt;">
              <a:extLst>
                <a:ext uri="{FF2B5EF4-FFF2-40B4-BE49-F238E27FC236}">
                  <a16:creationId xmlns:a16="http://schemas.microsoft.com/office/drawing/2014/main" xmlns="" id="{020DE54F-1F59-443E-965E-1786BD5C4E31}"/>
                </a:ext>
              </a:extLst>
            </p:cNvPr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1639094" y="1217327"/>
              <a:ext cx="1439069" cy="0"/>
            </a:xfrm>
            <a:prstGeom prst="line">
              <a:avLst/>
            </a:prstGeom>
            <a:noFill/>
            <a:ln w="6350" cap="sq">
              <a:solidFill>
                <a:srgbClr val="D3D3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43" name="직사각형 42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969450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9914455" y="4001608"/>
            <a:ext cx="190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로그인시 이동되는 페이지이며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사용되고 있는 자원이나 가상컴퓨터 등 시각화되어 보여집니다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630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공지사항 </a:t>
            </a:r>
            <a:r>
              <a:rPr lang="en-US" altLang="ko-KR" dirty="0"/>
              <a:t>(WF0003)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9151" y="1441946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Tags&gt;&lt;SMARTRESIZEANCHORS&gt;Absolute,Absolute,Absolute,Absolute&lt;/SMARTRESIZEANCHORS&gt;&lt;/Ta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/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xmlns="" id="{79A60034-927A-4EED-9C36-82F4B82D5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14706"/>
              </p:ext>
            </p:extLst>
          </p:nvPr>
        </p:nvGraphicFramePr>
        <p:xfrm>
          <a:off x="1098336" y="3033806"/>
          <a:ext cx="6430091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883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130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06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73445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작성날짜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조회수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분석샌드박스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생성 방법 안내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Circle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 3. 1 00:00~01:00 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시스템 점검 안내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JulyHan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전자결재를 통한   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사용 신청 안내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Hans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공지사항</a:t>
            </a:r>
          </a:p>
        </p:txBody>
      </p:sp>
      <p:grpSp>
        <p:nvGrpSpPr>
          <p:cNvPr id="273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4BFDDDE4-0E15-424E-AD10-E7AAC273455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805842" y="2604547"/>
            <a:ext cx="1035146" cy="241092"/>
            <a:chOff x="928688" y="1261242"/>
            <a:chExt cx="1035146" cy="241092"/>
          </a:xfrm>
        </p:grpSpPr>
        <p:sp>
          <p:nvSpPr>
            <p:cNvPr id="274" name="Text Box">
              <a:extLst>
                <a:ext uri="{FF2B5EF4-FFF2-40B4-BE49-F238E27FC236}">
                  <a16:creationId xmlns:a16="http://schemas.microsoft.com/office/drawing/2014/main" xmlns="" id="{6E94C9C7-8A0E-46D6-A629-C4CBAC510F95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275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416BE3A6-2115-4D72-9B2D-A290D2D3B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04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1A381ADD-D349-440A-B8E3-A58B491B17F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917092" y="2604547"/>
            <a:ext cx="1035146" cy="241092"/>
            <a:chOff x="928688" y="1261242"/>
            <a:chExt cx="1035146" cy="241092"/>
          </a:xfrm>
        </p:grpSpPr>
        <p:sp>
          <p:nvSpPr>
            <p:cNvPr id="305" name="Text Box">
              <a:extLst>
                <a:ext uri="{FF2B5EF4-FFF2-40B4-BE49-F238E27FC236}">
                  <a16:creationId xmlns:a16="http://schemas.microsoft.com/office/drawing/2014/main" xmlns="" id="{B4402EE4-449E-4292-BF5B-56D64B2E37E4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306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14E7D012-C331-4FA8-9E84-8F2E852327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07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E76F80EF-4663-4869-803D-ADD1FF3F216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115732" y="2607889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308" name="Text Box">
              <a:extLst>
                <a:ext uri="{FF2B5EF4-FFF2-40B4-BE49-F238E27FC236}">
                  <a16:creationId xmlns:a16="http://schemas.microsoft.com/office/drawing/2014/main" xmlns="" id="{0224089B-B379-4A68-A60A-55738AE5D67B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309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D185F22E-B432-4433-9A11-2FF7AD004E2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10" name="Pagination">
            <a:extLst>
              <a:ext uri="{FF2B5EF4-FFF2-40B4-BE49-F238E27FC236}">
                <a16:creationId xmlns:a16="http://schemas.microsoft.com/office/drawing/2014/main" xmlns="" id="{87C434DE-0594-41E3-9A49-02515A0005A6}"/>
              </a:ext>
            </a:extLst>
          </p:cNvPr>
          <p:cNvSpPr txBox="1"/>
          <p:nvPr/>
        </p:nvSpPr>
        <p:spPr>
          <a:xfrm>
            <a:off x="3461157" y="4526777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11" name="그룹 310">
            <a:extLst>
              <a:ext uri="{FF2B5EF4-FFF2-40B4-BE49-F238E27FC236}">
                <a16:creationId xmlns:a16="http://schemas.microsoft.com/office/drawing/2014/main" xmlns="" id="{8673F4CA-17C4-4D3E-ADB3-412B053E7982}"/>
              </a:ext>
            </a:extLst>
          </p:cNvPr>
          <p:cNvGrpSpPr/>
          <p:nvPr/>
        </p:nvGrpSpPr>
        <p:grpSpPr>
          <a:xfrm>
            <a:off x="2383187" y="5515905"/>
            <a:ext cx="3989618" cy="278585"/>
            <a:chOff x="839416" y="6525344"/>
            <a:chExt cx="2520280" cy="203339"/>
          </a:xfrm>
        </p:grpSpPr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xmlns="" id="{DFA002AD-7910-4647-89D3-C7BD5E45885E}"/>
                </a:ext>
              </a:extLst>
            </p:cNvPr>
            <p:cNvSpPr/>
            <p:nvPr/>
          </p:nvSpPr>
          <p:spPr>
            <a:xfrm>
              <a:off x="839416" y="6525344"/>
              <a:ext cx="2520280" cy="1573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xmlns="" id="{E2692D8C-9E66-459A-9203-4E5A884E86EE}"/>
                </a:ext>
              </a:extLst>
            </p:cNvPr>
            <p:cNvSpPr txBox="1"/>
            <p:nvPr/>
          </p:nvSpPr>
          <p:spPr>
            <a:xfrm>
              <a:off x="1525407" y="6528628"/>
              <a:ext cx="165942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헬프데스크</a:t>
              </a:r>
              <a:r>
                <a:rPr lang="ko-KR" altLang="en-US" sz="700" b="1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안내 이메일 및 전화번호</a:t>
              </a:r>
            </a:p>
          </p:txBody>
        </p:sp>
      </p:grpSp>
      <p:sp>
        <p:nvSpPr>
          <p:cNvPr id="33" name="직사각형 32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7861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상세보기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페이징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6069598" y="2560058"/>
            <a:ext cx="1489358" cy="356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6071642" y="228786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498764" y="3286731"/>
            <a:ext cx="2307077" cy="1067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1473002" y="298253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3365451" y="4554344"/>
            <a:ext cx="1788258" cy="184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3054537" y="452677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공지사항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67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프로필 </a:t>
            </a:r>
            <a:r>
              <a:rPr lang="en-US" altLang="ko-KR" dirty="0"/>
              <a:t>(WF0004)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개인 프로필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294EDC1-6175-4E4F-BCAD-7B25736AB8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2565" y="2761241"/>
            <a:ext cx="907733" cy="925123"/>
          </a:xfrm>
          <a:prstGeom prst="rect">
            <a:avLst/>
          </a:prstGeom>
        </p:spPr>
      </p:pic>
      <p:grpSp>
        <p:nvGrpSpPr>
          <p:cNvPr id="28" name="Labeled Field">
            <a:extLst>
              <a:ext uri="{FF2B5EF4-FFF2-40B4-BE49-F238E27FC236}">
                <a16:creationId xmlns:a16="http://schemas.microsoft.com/office/drawing/2014/main" xmlns="" id="{DCC66735-766E-446A-B568-536FAA385C03}"/>
              </a:ext>
            </a:extLst>
          </p:cNvPr>
          <p:cNvGrpSpPr/>
          <p:nvPr/>
        </p:nvGrpSpPr>
        <p:grpSpPr>
          <a:xfrm>
            <a:off x="2734704" y="2717759"/>
            <a:ext cx="2164956" cy="241121"/>
            <a:chOff x="959626" y="2039771"/>
            <a:chExt cx="2452824" cy="241121"/>
          </a:xfrm>
        </p:grpSpPr>
        <p:sp>
          <p:nvSpPr>
            <p:cNvPr id="29" name="Text Box">
              <a:extLst>
                <a:ext uri="{FF2B5EF4-FFF2-40B4-BE49-F238E27FC236}">
                  <a16:creationId xmlns:a16="http://schemas.microsoft.com/office/drawing/2014/main" xmlns="" id="{99A3CD16-D0F4-4929-8CEA-DABD86069BFD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Label">
              <a:extLst>
                <a:ext uri="{FF2B5EF4-FFF2-40B4-BE49-F238E27FC236}">
                  <a16:creationId xmlns:a16="http://schemas.microsoft.com/office/drawing/2014/main" xmlns="" id="{BA38BB29-0AE8-4A50-90B5-C36991E1012B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EP-ID :</a:t>
              </a:r>
            </a:p>
          </p:txBody>
        </p:sp>
      </p:grpSp>
      <p:grpSp>
        <p:nvGrpSpPr>
          <p:cNvPr id="31" name="Labeled Field">
            <a:extLst>
              <a:ext uri="{FF2B5EF4-FFF2-40B4-BE49-F238E27FC236}">
                <a16:creationId xmlns:a16="http://schemas.microsoft.com/office/drawing/2014/main" xmlns="" id="{2F9A6E33-E489-4F82-BDD2-84B515CC863F}"/>
              </a:ext>
            </a:extLst>
          </p:cNvPr>
          <p:cNvGrpSpPr/>
          <p:nvPr/>
        </p:nvGrpSpPr>
        <p:grpSpPr>
          <a:xfrm>
            <a:off x="2734702" y="3071371"/>
            <a:ext cx="2164958" cy="241121"/>
            <a:chOff x="959624" y="2039771"/>
            <a:chExt cx="2452826" cy="241121"/>
          </a:xfrm>
        </p:grpSpPr>
        <p:sp>
          <p:nvSpPr>
            <p:cNvPr id="32" name="Text Box">
              <a:extLst>
                <a:ext uri="{FF2B5EF4-FFF2-40B4-BE49-F238E27FC236}">
                  <a16:creationId xmlns:a16="http://schemas.microsoft.com/office/drawing/2014/main" xmlns="" id="{D51E9E7F-060C-4D4F-856A-DAC422AF2BD6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Label">
              <a:extLst>
                <a:ext uri="{FF2B5EF4-FFF2-40B4-BE49-F238E27FC236}">
                  <a16:creationId xmlns:a16="http://schemas.microsoft.com/office/drawing/2014/main" xmlns="" id="{1CA1BC60-3B4F-44C3-92C8-17338D33406F}"/>
                </a:ext>
              </a:extLst>
            </p:cNvPr>
            <p:cNvSpPr txBox="1"/>
            <p:nvPr/>
          </p:nvSpPr>
          <p:spPr>
            <a:xfrm>
              <a:off x="959624" y="2039800"/>
              <a:ext cx="765089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이메일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34" name="Labeled Field">
            <a:extLst>
              <a:ext uri="{FF2B5EF4-FFF2-40B4-BE49-F238E27FC236}">
                <a16:creationId xmlns:a16="http://schemas.microsoft.com/office/drawing/2014/main" xmlns="" id="{92030FAE-6743-4E5A-9783-C128C5948C1D}"/>
              </a:ext>
            </a:extLst>
          </p:cNvPr>
          <p:cNvGrpSpPr/>
          <p:nvPr/>
        </p:nvGrpSpPr>
        <p:grpSpPr>
          <a:xfrm>
            <a:off x="2734702" y="3429000"/>
            <a:ext cx="2164958" cy="657824"/>
            <a:chOff x="959624" y="2039771"/>
            <a:chExt cx="2452826" cy="657824"/>
          </a:xfrm>
        </p:grpSpPr>
        <p:sp>
          <p:nvSpPr>
            <p:cNvPr id="35" name="Text Box">
              <a:extLst>
                <a:ext uri="{FF2B5EF4-FFF2-40B4-BE49-F238E27FC236}">
                  <a16:creationId xmlns:a16="http://schemas.microsoft.com/office/drawing/2014/main" xmlns="" id="{9ACFB358-C5E6-4802-9820-B9380C8AB7A3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Label">
              <a:extLst>
                <a:ext uri="{FF2B5EF4-FFF2-40B4-BE49-F238E27FC236}">
                  <a16:creationId xmlns:a16="http://schemas.microsoft.com/office/drawing/2014/main" xmlns="" id="{47592007-A22E-4381-A815-C190A0D6148F}"/>
                </a:ext>
              </a:extLst>
            </p:cNvPr>
            <p:cNvSpPr txBox="1"/>
            <p:nvPr/>
          </p:nvSpPr>
          <p:spPr>
            <a:xfrm>
              <a:off x="959624" y="2039800"/>
              <a:ext cx="765090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소속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  <p:sp>
          <p:nvSpPr>
            <p:cNvPr id="53" name="Label">
              <a:extLst>
                <a:ext uri="{FF2B5EF4-FFF2-40B4-BE49-F238E27FC236}">
                  <a16:creationId xmlns:a16="http://schemas.microsoft.com/office/drawing/2014/main" xmlns="" id="{64C4F0B6-F85D-4892-97FF-C7AF5149B913}"/>
                </a:ext>
              </a:extLst>
            </p:cNvPr>
            <p:cNvSpPr txBox="1"/>
            <p:nvPr/>
          </p:nvSpPr>
          <p:spPr>
            <a:xfrm>
              <a:off x="959624" y="2456503"/>
              <a:ext cx="765090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그룹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37" name="Labeled Field">
            <a:extLst>
              <a:ext uri="{FF2B5EF4-FFF2-40B4-BE49-F238E27FC236}">
                <a16:creationId xmlns:a16="http://schemas.microsoft.com/office/drawing/2014/main" xmlns="" id="{7E086BA2-337D-47F3-9C68-F4D3AE4C7797}"/>
              </a:ext>
            </a:extLst>
          </p:cNvPr>
          <p:cNvGrpSpPr/>
          <p:nvPr/>
        </p:nvGrpSpPr>
        <p:grpSpPr>
          <a:xfrm>
            <a:off x="5148498" y="2717759"/>
            <a:ext cx="2164956" cy="241121"/>
            <a:chOff x="959626" y="2039771"/>
            <a:chExt cx="2452824" cy="241121"/>
          </a:xfrm>
        </p:grpSpPr>
        <p:sp>
          <p:nvSpPr>
            <p:cNvPr id="38" name="Text Box">
              <a:extLst>
                <a:ext uri="{FF2B5EF4-FFF2-40B4-BE49-F238E27FC236}">
                  <a16:creationId xmlns:a16="http://schemas.microsoft.com/office/drawing/2014/main" xmlns="" id="{9F7A4BEF-23E9-4D9A-A9F6-E87D3BA74EF9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Label">
              <a:extLst>
                <a:ext uri="{FF2B5EF4-FFF2-40B4-BE49-F238E27FC236}">
                  <a16:creationId xmlns:a16="http://schemas.microsoft.com/office/drawing/2014/main" xmlns="" id="{B8D5857E-7CEC-44CF-AD50-6087B8F91310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이름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0" name="Labeled Field">
            <a:extLst>
              <a:ext uri="{FF2B5EF4-FFF2-40B4-BE49-F238E27FC236}">
                <a16:creationId xmlns:a16="http://schemas.microsoft.com/office/drawing/2014/main" xmlns="" id="{528FCAD9-D20C-455D-84AC-260AD085E2B7}"/>
              </a:ext>
            </a:extLst>
          </p:cNvPr>
          <p:cNvGrpSpPr/>
          <p:nvPr/>
        </p:nvGrpSpPr>
        <p:grpSpPr>
          <a:xfrm>
            <a:off x="5148496" y="3071371"/>
            <a:ext cx="2164958" cy="241121"/>
            <a:chOff x="959624" y="2039771"/>
            <a:chExt cx="2452826" cy="241121"/>
          </a:xfrm>
        </p:grpSpPr>
        <p:sp>
          <p:nvSpPr>
            <p:cNvPr id="41" name="Text Box">
              <a:extLst>
                <a:ext uri="{FF2B5EF4-FFF2-40B4-BE49-F238E27FC236}">
                  <a16:creationId xmlns:a16="http://schemas.microsoft.com/office/drawing/2014/main" xmlns="" id="{3C201B23-8E5A-4561-9B8A-8988B49FB943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xmlns="" id="{DE22E4D4-0B0B-48A6-B319-A1DBD152C098}"/>
                </a:ext>
              </a:extLst>
            </p:cNvPr>
            <p:cNvSpPr txBox="1"/>
            <p:nvPr/>
          </p:nvSpPr>
          <p:spPr>
            <a:xfrm>
              <a:off x="959624" y="2039800"/>
              <a:ext cx="765089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직위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3" name="Labeled Field">
            <a:extLst>
              <a:ext uri="{FF2B5EF4-FFF2-40B4-BE49-F238E27FC236}">
                <a16:creationId xmlns:a16="http://schemas.microsoft.com/office/drawing/2014/main" xmlns="" id="{8C12AAE2-65D7-41FF-9913-38038FF3248C}"/>
              </a:ext>
            </a:extLst>
          </p:cNvPr>
          <p:cNvGrpSpPr/>
          <p:nvPr/>
        </p:nvGrpSpPr>
        <p:grpSpPr>
          <a:xfrm>
            <a:off x="5148495" y="3429000"/>
            <a:ext cx="2164959" cy="682970"/>
            <a:chOff x="959623" y="2039771"/>
            <a:chExt cx="2452827" cy="682970"/>
          </a:xfrm>
        </p:grpSpPr>
        <p:sp>
          <p:nvSpPr>
            <p:cNvPr id="44" name="Text Box">
              <a:extLst>
                <a:ext uri="{FF2B5EF4-FFF2-40B4-BE49-F238E27FC236}">
                  <a16:creationId xmlns:a16="http://schemas.microsoft.com/office/drawing/2014/main" xmlns="" id="{D9DB3B20-CC2F-417A-9558-D21250F6BFA8}"/>
                </a:ext>
              </a:extLst>
            </p:cNvPr>
            <p:cNvSpPr/>
            <p:nvPr/>
          </p:nvSpPr>
          <p:spPr>
            <a:xfrm>
              <a:off x="1724714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Label">
              <a:extLst>
                <a:ext uri="{FF2B5EF4-FFF2-40B4-BE49-F238E27FC236}">
                  <a16:creationId xmlns:a16="http://schemas.microsoft.com/office/drawing/2014/main" xmlns="" id="{B192BF5D-0B6C-48FC-A7B9-A7BAC7E9FABA}"/>
                </a:ext>
              </a:extLst>
            </p:cNvPr>
            <p:cNvSpPr txBox="1"/>
            <p:nvPr/>
          </p:nvSpPr>
          <p:spPr>
            <a:xfrm>
              <a:off x="959624" y="2039800"/>
              <a:ext cx="765090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사번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  <p:sp>
          <p:nvSpPr>
            <p:cNvPr id="60" name="Label">
              <a:extLst>
                <a:ext uri="{FF2B5EF4-FFF2-40B4-BE49-F238E27FC236}">
                  <a16:creationId xmlns:a16="http://schemas.microsoft.com/office/drawing/2014/main" xmlns="" id="{CC799BD5-070F-4EF5-ADF2-53471C9E97C0}"/>
                </a:ext>
              </a:extLst>
            </p:cNvPr>
            <p:cNvSpPr txBox="1"/>
            <p:nvPr/>
          </p:nvSpPr>
          <p:spPr>
            <a:xfrm>
              <a:off x="959623" y="2481649"/>
              <a:ext cx="1073492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DDM</a:t>
              </a:r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등록일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6" name="Drop-Down Box (Expanded)" descr="&lt;SmartSetting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xmlns="" id="{7957296D-B524-4E7A-ADC7-C8BA34528C8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430724" y="3899150"/>
            <a:ext cx="1489659" cy="974959"/>
            <a:chOff x="595686" y="1261242"/>
            <a:chExt cx="1368150" cy="974959"/>
          </a:xfrm>
        </p:grpSpPr>
        <p:grpSp>
          <p:nvGrpSpPr>
            <p:cNvPr id="47" name="Drop-Down Box">
              <a:extLst>
                <a:ext uri="{FF2B5EF4-FFF2-40B4-BE49-F238E27FC236}">
                  <a16:creationId xmlns:a16="http://schemas.microsoft.com/office/drawing/2014/main" xmlns="" id="{6BA14CBF-75E6-4FEF-A69E-A2B427511697}"/>
                </a:ext>
              </a:extLst>
            </p:cNvPr>
            <p:cNvGrpSpPr/>
            <p:nvPr/>
          </p:nvGrpSpPr>
          <p:grpSpPr>
            <a:xfrm>
              <a:off x="595686" y="1261242"/>
              <a:ext cx="1368150" cy="241092"/>
              <a:chOff x="595686" y="1261242"/>
              <a:chExt cx="1368150" cy="241092"/>
            </a:xfrm>
          </p:grpSpPr>
          <p:sp>
            <p:nvSpPr>
              <p:cNvPr id="51" name="Text Box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BE11A68A-D493-40C8-AE1E-987CC1D17F2D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595686" y="1261242"/>
                <a:ext cx="1368150" cy="24109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Drop-Down Box</a:t>
                </a:r>
              </a:p>
            </p:txBody>
          </p:sp>
          <p:sp>
            <p:nvSpPr>
              <p:cNvPr id="52" name="Arrow Down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D798E236-C266-457A-BFA6-B9C969E13B5C}"/>
                  </a:ext>
                </a:extLst>
              </p:cNvPr>
              <p:cNvSpPr>
                <a:spLocks noChangeAspect="1"/>
              </p:cNvSpPr>
              <p:nvPr>
                <p:custDataLst>
                  <p:tags r:id="rId8"/>
                </p:custDataLst>
              </p:nvPr>
            </p:nvSpPr>
            <p:spPr bwMode="auto">
              <a:xfrm rot="10800000" flipH="1">
                <a:off x="1858215" y="1363700"/>
                <a:ext cx="58787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8" name="Drop-Down Menu">
              <a:extLst>
                <a:ext uri="{FF2B5EF4-FFF2-40B4-BE49-F238E27FC236}">
                  <a16:creationId xmlns:a16="http://schemas.microsoft.com/office/drawing/2014/main" xmlns="" id="{17082F1B-65FC-47F0-948E-F85DBD320308}"/>
                </a:ext>
              </a:extLst>
            </p:cNvPr>
            <p:cNvGrpSpPr/>
            <p:nvPr/>
          </p:nvGrpSpPr>
          <p:grpSpPr>
            <a:xfrm>
              <a:off x="595686" y="1502667"/>
              <a:ext cx="1368150" cy="733534"/>
              <a:chOff x="595686" y="1502667"/>
              <a:chExt cx="1368150" cy="733534"/>
            </a:xfrm>
          </p:grpSpPr>
          <p:sp>
            <p:nvSpPr>
              <p:cNvPr id="49" name="Box" descr="&lt;SmartSettings&gt;&lt;SmartResize anchorLeft=&quot;Absolut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6BA920D3-D8DF-4520-9338-E9790CE6FAC2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95686" y="1502667"/>
                <a:ext cx="1368150" cy="73353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ko-KR" altLang="en-US" sz="90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일반사용자</a:t>
                </a:r>
                <a:endPara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90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분석가</a:t>
                </a:r>
                <a:endPara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90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데이터과학자</a:t>
                </a:r>
                <a:endPara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en-US" sz="90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DDM</a:t>
                </a:r>
                <a:r>
                  <a:rPr lang="ko-KR" altLang="en-US" sz="900" noProof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관리자</a:t>
                </a:r>
                <a:endPara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Selection Overlay" descr="&lt;SmartSettings&gt;&lt;SmartResize anchorLeft=&quot;Absolut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831C0EDB-4FB1-4287-BBCF-87A155F7C095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95686" y="1696382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xmlns="" id="{55F41B59-4FD1-45D0-A69E-9B6E2B00D2A8}"/>
              </a:ext>
            </a:extLst>
          </p:cNvPr>
          <p:cNvGrpSpPr/>
          <p:nvPr/>
        </p:nvGrpSpPr>
        <p:grpSpPr>
          <a:xfrm>
            <a:off x="2383187" y="5532564"/>
            <a:ext cx="3989618" cy="278585"/>
            <a:chOff x="839416" y="6525344"/>
            <a:chExt cx="2520280" cy="203339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xmlns="" id="{0C976EAB-A5D8-476B-8FCD-CAEA4BE1023D}"/>
                </a:ext>
              </a:extLst>
            </p:cNvPr>
            <p:cNvSpPr/>
            <p:nvPr/>
          </p:nvSpPr>
          <p:spPr>
            <a:xfrm>
              <a:off x="839416" y="6525344"/>
              <a:ext cx="2520280" cy="15739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18D44B0C-BEA7-4CD4-B5AF-00FCB7C6A9DC}"/>
                </a:ext>
              </a:extLst>
            </p:cNvPr>
            <p:cNvSpPr txBox="1"/>
            <p:nvPr/>
          </p:nvSpPr>
          <p:spPr>
            <a:xfrm>
              <a:off x="1525407" y="6528628"/>
              <a:ext cx="165942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1" i="1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헬프데스크</a:t>
              </a:r>
              <a:r>
                <a:rPr lang="ko-KR" altLang="en-US" sz="700" b="1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안내 이메일 및 전화번호</a:t>
              </a:r>
            </a:p>
          </p:txBody>
        </p:sp>
      </p:grpSp>
      <p:grpSp>
        <p:nvGrpSpPr>
          <p:cNvPr id="57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57155322-6F78-434F-8252-F329D2C3B67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051907" y="3870907"/>
            <a:ext cx="1261544" cy="241092"/>
            <a:chOff x="928687" y="1261242"/>
            <a:chExt cx="1489659" cy="241092"/>
          </a:xfrm>
        </p:grpSpPr>
        <p:sp>
          <p:nvSpPr>
            <p:cNvPr id="58" name="Text Box">
              <a:extLst>
                <a:ext uri="{FF2B5EF4-FFF2-40B4-BE49-F238E27FC236}">
                  <a16:creationId xmlns:a16="http://schemas.microsoft.com/office/drawing/2014/main" xmlns="" id="{1B727B79-CFFF-4079-96C6-CE8A033317F6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9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1465F519-4EFA-4D38-9898-AE4DDBB7DDBB}"/>
                </a:ext>
              </a:extLst>
            </p:cNvPr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7C34A24-0457-4C59-8EB7-91C229562049}"/>
              </a:ext>
            </a:extLst>
          </p:cNvPr>
          <p:cNvSpPr txBox="1"/>
          <p:nvPr/>
        </p:nvSpPr>
        <p:spPr>
          <a:xfrm rot="20696192">
            <a:off x="5750006" y="4573537"/>
            <a:ext cx="17331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accent1">
                    <a:lumMod val="50000"/>
                  </a:schemeClr>
                </a:solidFill>
              </a:rPr>
              <a:t>항목 선정 필요</a:t>
            </a:r>
          </a:p>
        </p:txBody>
      </p:sp>
      <p:sp>
        <p:nvSpPr>
          <p:cNvPr id="62" name="Button">
            <a:extLst>
              <a:ext uri="{FF2B5EF4-FFF2-40B4-BE49-F238E27FC236}">
                <a16:creationId xmlns:a16="http://schemas.microsoft.com/office/drawing/2014/main" xmlns="" id="{2E1D25C1-A8F8-4DE4-9F3E-0441AAA61494}"/>
              </a:ext>
            </a:extLst>
          </p:cNvPr>
          <p:cNvSpPr>
            <a:spLocks/>
          </p:cNvSpPr>
          <p:nvPr/>
        </p:nvSpPr>
        <p:spPr bwMode="auto">
          <a:xfrm>
            <a:off x="4174319" y="509870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Button">
            <a:extLst>
              <a:ext uri="{FF2B5EF4-FFF2-40B4-BE49-F238E27FC236}">
                <a16:creationId xmlns:a16="http://schemas.microsoft.com/office/drawing/2014/main" xmlns="" id="{0DAF6FE4-FACD-44DA-B612-F0C7478E897A}"/>
              </a:ext>
            </a:extLst>
          </p:cNvPr>
          <p:cNvSpPr>
            <a:spLocks/>
          </p:cNvSpPr>
          <p:nvPr/>
        </p:nvSpPr>
        <p:spPr bwMode="auto">
          <a:xfrm>
            <a:off x="4706606" y="509870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CA5AB55-78D3-4C22-BA12-F28F7F70994C}"/>
              </a:ext>
            </a:extLst>
          </p:cNvPr>
          <p:cNvSpPr txBox="1"/>
          <p:nvPr/>
        </p:nvSpPr>
        <p:spPr>
          <a:xfrm>
            <a:off x="7888829" y="27020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할당내역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760685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권한그룹 선택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개인 프로필 수정이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423883" y="3810523"/>
            <a:ext cx="1496500" cy="1096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4820865" y="372932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4112827" y="5047266"/>
            <a:ext cx="541412" cy="3330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3830081" y="502632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932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S3 </a:t>
            </a:r>
            <a:r>
              <a:rPr lang="ko-KR" altLang="en-US" dirty="0"/>
              <a:t>탐색 </a:t>
            </a:r>
            <a:r>
              <a:rPr lang="en-US" altLang="ko-KR" dirty="0"/>
              <a:t>(WF0005)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281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(Amazon S3) 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xmlns="" id="{E45091B2-049F-4C69-8184-2F732A1E12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r="147"/>
          <a:stretch/>
        </p:blipFill>
        <p:spPr>
          <a:xfrm>
            <a:off x="1249845" y="2920560"/>
            <a:ext cx="5897715" cy="2677278"/>
          </a:xfrm>
          <a:prstGeom prst="rect">
            <a:avLst/>
          </a:prstGeom>
        </p:spPr>
      </p:pic>
      <p:grpSp>
        <p:nvGrpSpPr>
          <p:cNvPr id="65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1F83DFF4-5DEA-4DCE-85FF-B80FDCA05B6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016921" y="2635425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66" name="Text Box">
              <a:extLst>
                <a:ext uri="{FF2B5EF4-FFF2-40B4-BE49-F238E27FC236}">
                  <a16:creationId xmlns:a16="http://schemas.microsoft.com/office/drawing/2014/main" xmlns="" id="{BE7C68A9-13DA-4335-ADEA-03252EBFA1C4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67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5FA828A4-CD16-49BD-A418-F5DF6DA6618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8" name="Pagination">
            <a:extLst>
              <a:ext uri="{FF2B5EF4-FFF2-40B4-BE49-F238E27FC236}">
                <a16:creationId xmlns:a16="http://schemas.microsoft.com/office/drawing/2014/main" xmlns="" id="{30D813D5-DF4E-491D-A815-4A71AC79A499}"/>
              </a:ext>
            </a:extLst>
          </p:cNvPr>
          <p:cNvSpPr txBox="1"/>
          <p:nvPr/>
        </p:nvSpPr>
        <p:spPr>
          <a:xfrm>
            <a:off x="3507338" y="5604550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69" name="Button">
            <a:extLst>
              <a:ext uri="{FF2B5EF4-FFF2-40B4-BE49-F238E27FC236}">
                <a16:creationId xmlns:a16="http://schemas.microsoft.com/office/drawing/2014/main" xmlns="" id="{B705B0D8-285E-4318-8AAB-0F990BD368B4}"/>
              </a:ext>
            </a:extLst>
          </p:cNvPr>
          <p:cNvSpPr>
            <a:spLocks/>
          </p:cNvSpPr>
          <p:nvPr/>
        </p:nvSpPr>
        <p:spPr bwMode="auto">
          <a:xfrm>
            <a:off x="6550836" y="2635425"/>
            <a:ext cx="57386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업로드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71990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버킷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경로 이동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버킷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업로드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9914455" y="4001608"/>
            <a:ext cx="190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S3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버킷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정보 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해당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버킷이나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이동한곳에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업로드가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202320" y="3148780"/>
            <a:ext cx="2125765" cy="24557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4981803" y="2527865"/>
            <a:ext cx="1513460" cy="4347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3076085" y="287068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963141" y="223792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534770" y="2582155"/>
            <a:ext cx="612790" cy="3486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6941628" y="229961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87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업로드 </a:t>
            </a:r>
            <a:r>
              <a:rPr lang="en-US" altLang="ko-KR" dirty="0"/>
              <a:t>(WF0006)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4185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(Amazon S3)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 업로드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 Box">
            <a:extLst>
              <a:ext uri="{FF2B5EF4-FFF2-40B4-BE49-F238E27FC236}">
                <a16:creationId xmlns:a16="http://schemas.microsoft.com/office/drawing/2014/main" xmlns="" id="{9A347470-61C1-4E53-BC58-3C64399A3198}"/>
              </a:ext>
            </a:extLst>
          </p:cNvPr>
          <p:cNvSpPr/>
          <p:nvPr/>
        </p:nvSpPr>
        <p:spPr>
          <a:xfrm>
            <a:off x="1297351" y="3740851"/>
            <a:ext cx="4185761" cy="24109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 Box</a:t>
            </a:r>
          </a:p>
        </p:txBody>
      </p:sp>
      <p:sp>
        <p:nvSpPr>
          <p:cNvPr id="22" name="Button">
            <a:extLst>
              <a:ext uri="{FF2B5EF4-FFF2-40B4-BE49-F238E27FC236}">
                <a16:creationId xmlns:a16="http://schemas.microsoft.com/office/drawing/2014/main" xmlns="" id="{AD37ED43-794A-4D2E-A0A1-62E77B85FB44}"/>
              </a:ext>
            </a:extLst>
          </p:cNvPr>
          <p:cNvSpPr>
            <a:spLocks/>
          </p:cNvSpPr>
          <p:nvPr/>
        </p:nvSpPr>
        <p:spPr bwMode="auto">
          <a:xfrm>
            <a:off x="5665698" y="3740400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파일선택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Button">
            <a:extLst>
              <a:ext uri="{FF2B5EF4-FFF2-40B4-BE49-F238E27FC236}">
                <a16:creationId xmlns:a16="http://schemas.microsoft.com/office/drawing/2014/main" xmlns="" id="{97A5F2E7-F8BB-44ED-AA81-33AC9B02358E}"/>
              </a:ext>
            </a:extLst>
          </p:cNvPr>
          <p:cNvSpPr>
            <a:spLocks/>
          </p:cNvSpPr>
          <p:nvPr/>
        </p:nvSpPr>
        <p:spPr bwMode="auto">
          <a:xfrm>
            <a:off x="6440711" y="3740400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업로드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xmlns="" id="{26720767-66AD-48C2-9183-595639956341}"/>
              </a:ext>
            </a:extLst>
          </p:cNvPr>
          <p:cNvSpPr/>
          <p:nvPr/>
        </p:nvSpPr>
        <p:spPr>
          <a:xfrm>
            <a:off x="1338745" y="2621000"/>
            <a:ext cx="5643150" cy="9677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99E5479D-A719-4329-A0EB-E07415B4A3C5}"/>
              </a:ext>
            </a:extLst>
          </p:cNvPr>
          <p:cNvGrpSpPr/>
          <p:nvPr/>
        </p:nvGrpSpPr>
        <p:grpSpPr>
          <a:xfrm>
            <a:off x="3837673" y="2757852"/>
            <a:ext cx="426258" cy="502508"/>
            <a:chOff x="4305762" y="4617721"/>
            <a:chExt cx="426258" cy="502508"/>
          </a:xfrm>
        </p:grpSpPr>
        <p:sp>
          <p:nvSpPr>
            <p:cNvPr id="4" name="사각형: 모서리가 접힌 도형 3">
              <a:extLst>
                <a:ext uri="{FF2B5EF4-FFF2-40B4-BE49-F238E27FC236}">
                  <a16:creationId xmlns:a16="http://schemas.microsoft.com/office/drawing/2014/main" xmlns="" id="{3BA54381-EFDE-4533-B246-94D72A99557E}"/>
                </a:ext>
              </a:extLst>
            </p:cNvPr>
            <p:cNvSpPr/>
            <p:nvPr/>
          </p:nvSpPr>
          <p:spPr>
            <a:xfrm>
              <a:off x="4305762" y="4617721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모서리가 접힌 도형 27">
              <a:extLst>
                <a:ext uri="{FF2B5EF4-FFF2-40B4-BE49-F238E27FC236}">
                  <a16:creationId xmlns:a16="http://schemas.microsoft.com/office/drawing/2014/main" xmlns="" id="{8AB1E673-DB8E-4512-9891-5216B1A5C1E8}"/>
                </a:ext>
              </a:extLst>
            </p:cNvPr>
            <p:cNvSpPr/>
            <p:nvPr/>
          </p:nvSpPr>
          <p:spPr>
            <a:xfrm>
              <a:off x="4381962" y="4702271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모서리가 접힌 도형 28">
              <a:extLst>
                <a:ext uri="{FF2B5EF4-FFF2-40B4-BE49-F238E27FC236}">
                  <a16:creationId xmlns:a16="http://schemas.microsoft.com/office/drawing/2014/main" xmlns="" id="{F5A78716-F685-4636-8933-4E2DBCB39A31}"/>
                </a:ext>
              </a:extLst>
            </p:cNvPr>
            <p:cNvSpPr/>
            <p:nvPr/>
          </p:nvSpPr>
          <p:spPr>
            <a:xfrm>
              <a:off x="4458162" y="4792569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Arrow Cursor">
            <a:extLst>
              <a:ext uri="{FF2B5EF4-FFF2-40B4-BE49-F238E27FC236}">
                <a16:creationId xmlns:a16="http://schemas.microsoft.com/office/drawing/2014/main" xmlns="" id="{45FBC255-5EE0-4AFF-B1DD-AE3AAAF6F2DD}"/>
              </a:ext>
            </a:extLst>
          </p:cNvPr>
          <p:cNvSpPr>
            <a:spLocks noChangeAspect="1"/>
          </p:cNvSpPr>
          <p:nvPr/>
        </p:nvSpPr>
        <p:spPr bwMode="auto">
          <a:xfrm>
            <a:off x="4160320" y="3103356"/>
            <a:ext cx="262040" cy="409575"/>
          </a:xfrm>
          <a:custGeom>
            <a:avLst/>
            <a:gdLst>
              <a:gd name="T0" fmla="*/ 379 w 495"/>
              <a:gd name="T1" fmla="*/ 721 h 773"/>
              <a:gd name="T2" fmla="*/ 269 w 495"/>
              <a:gd name="T3" fmla="*/ 494 h 773"/>
              <a:gd name="T4" fmla="*/ 495 w 495"/>
              <a:gd name="T5" fmla="*/ 494 h 773"/>
              <a:gd name="T6" fmla="*/ 0 w 495"/>
              <a:gd name="T7" fmla="*/ 0 h 773"/>
              <a:gd name="T8" fmla="*/ 0 w 495"/>
              <a:gd name="T9" fmla="*/ 702 h 773"/>
              <a:gd name="T10" fmla="*/ 166 w 495"/>
              <a:gd name="T11" fmla="*/ 536 h 773"/>
              <a:gd name="T12" fmla="*/ 282 w 495"/>
              <a:gd name="T13" fmla="*/ 773 h 773"/>
              <a:gd name="T14" fmla="*/ 379 w 495"/>
              <a:gd name="T15" fmla="*/ 721 h 7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5" h="773">
                <a:moveTo>
                  <a:pt x="379" y="721"/>
                </a:moveTo>
                <a:lnTo>
                  <a:pt x="269" y="494"/>
                </a:lnTo>
                <a:lnTo>
                  <a:pt x="495" y="494"/>
                </a:lnTo>
                <a:lnTo>
                  <a:pt x="0" y="0"/>
                </a:lnTo>
                <a:lnTo>
                  <a:pt x="0" y="702"/>
                </a:lnTo>
                <a:lnTo>
                  <a:pt x="166" y="536"/>
                </a:lnTo>
                <a:lnTo>
                  <a:pt x="282" y="773"/>
                </a:lnTo>
                <a:lnTo>
                  <a:pt x="379" y="72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33333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xmlns="" id="{0EF410C6-D3AC-4A91-A8D0-03536FDD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125018"/>
              </p:ext>
            </p:extLst>
          </p:nvPr>
        </p:nvGraphicFramePr>
        <p:xfrm>
          <a:off x="1173644" y="4097255"/>
          <a:ext cx="6080594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414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385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88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823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삭제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marketing_analysus_202202.csv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non_customer_adid_analysis_2021.csv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ddm_id_age_region_analysis_2021.csv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9EC890E1-9776-4F04-BF3A-8286B9FFD96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330357" y="4175008"/>
            <a:ext cx="131556" cy="131556"/>
            <a:chOff x="554563" y="2632644"/>
            <a:chExt cx="131556" cy="131556"/>
          </a:xfrm>
        </p:grpSpPr>
        <p:sp>
          <p:nvSpPr>
            <p:cNvPr id="33" name="Box">
              <a:extLst>
                <a:ext uri="{FF2B5EF4-FFF2-40B4-BE49-F238E27FC236}">
                  <a16:creationId xmlns:a16="http://schemas.microsoft.com/office/drawing/2014/main" xmlns="" id="{61796622-F49F-4010-8864-4A8F9CB9B3D6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Check">
              <a:extLst>
                <a:ext uri="{FF2B5EF4-FFF2-40B4-BE49-F238E27FC236}">
                  <a16:creationId xmlns:a16="http://schemas.microsoft.com/office/drawing/2014/main" xmlns="" id="{29C31D6A-E01D-485C-868F-F7E714E663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048BE9B9-6EF5-4FCE-A434-C11FBF2E090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30357" y="4516928"/>
            <a:ext cx="131556" cy="131556"/>
            <a:chOff x="554563" y="2632644"/>
            <a:chExt cx="131556" cy="131556"/>
          </a:xfrm>
        </p:grpSpPr>
        <p:sp>
          <p:nvSpPr>
            <p:cNvPr id="37" name="Box">
              <a:extLst>
                <a:ext uri="{FF2B5EF4-FFF2-40B4-BE49-F238E27FC236}">
                  <a16:creationId xmlns:a16="http://schemas.microsoft.com/office/drawing/2014/main" xmlns="" id="{8631AF20-711E-4DE4-8C7B-32AAAF4176F5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Check">
              <a:extLst>
                <a:ext uri="{FF2B5EF4-FFF2-40B4-BE49-F238E27FC236}">
                  <a16:creationId xmlns:a16="http://schemas.microsoft.com/office/drawing/2014/main" xmlns="" id="{F47313AB-E742-4C09-97BD-339F961B22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CAC57E81-2A17-40A8-93D4-1FB5BD4611B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330357" y="4841549"/>
            <a:ext cx="131556" cy="131556"/>
            <a:chOff x="554563" y="2632644"/>
            <a:chExt cx="131556" cy="131556"/>
          </a:xfrm>
        </p:grpSpPr>
        <p:sp>
          <p:nvSpPr>
            <p:cNvPr id="40" name="Box">
              <a:extLst>
                <a:ext uri="{FF2B5EF4-FFF2-40B4-BE49-F238E27FC236}">
                  <a16:creationId xmlns:a16="http://schemas.microsoft.com/office/drawing/2014/main" xmlns="" id="{C92B66E5-7B4D-4528-B9A9-B6D35B372EBF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xmlns="" id="{D046EE01-8606-4924-9030-A94528250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54A551F5-378F-4AC9-988C-BAC8986D1BC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330357" y="5153654"/>
            <a:ext cx="131556" cy="131556"/>
            <a:chOff x="554563" y="2632644"/>
            <a:chExt cx="131556" cy="131556"/>
          </a:xfrm>
        </p:grpSpPr>
        <p:sp>
          <p:nvSpPr>
            <p:cNvPr id="43" name="Box">
              <a:extLst>
                <a:ext uri="{FF2B5EF4-FFF2-40B4-BE49-F238E27FC236}">
                  <a16:creationId xmlns:a16="http://schemas.microsoft.com/office/drawing/2014/main" xmlns="" id="{A4E25569-ADF2-4BE1-B8D7-39D60C03D24C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heck">
              <a:extLst>
                <a:ext uri="{FF2B5EF4-FFF2-40B4-BE49-F238E27FC236}">
                  <a16:creationId xmlns:a16="http://schemas.microsoft.com/office/drawing/2014/main" xmlns="" id="{7FB78839-3D89-4032-8BA6-33E8F88650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5" name="Button">
            <a:extLst>
              <a:ext uri="{FF2B5EF4-FFF2-40B4-BE49-F238E27FC236}">
                <a16:creationId xmlns:a16="http://schemas.microsoft.com/office/drawing/2014/main" xmlns="" id="{F166C76F-9D9A-4A25-869E-FAB4B6DECAC7}"/>
              </a:ext>
            </a:extLst>
          </p:cNvPr>
          <p:cNvSpPr>
            <a:spLocks/>
          </p:cNvSpPr>
          <p:nvPr/>
        </p:nvSpPr>
        <p:spPr bwMode="auto">
          <a:xfrm>
            <a:off x="6720898" y="4461708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Button">
            <a:extLst>
              <a:ext uri="{FF2B5EF4-FFF2-40B4-BE49-F238E27FC236}">
                <a16:creationId xmlns:a16="http://schemas.microsoft.com/office/drawing/2014/main" xmlns="" id="{0369C0A9-FAE0-485F-A6EF-6FD545E0341A}"/>
              </a:ext>
            </a:extLst>
          </p:cNvPr>
          <p:cNvSpPr>
            <a:spLocks/>
          </p:cNvSpPr>
          <p:nvPr/>
        </p:nvSpPr>
        <p:spPr bwMode="auto">
          <a:xfrm>
            <a:off x="6720898" y="476625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Button">
            <a:extLst>
              <a:ext uri="{FF2B5EF4-FFF2-40B4-BE49-F238E27FC236}">
                <a16:creationId xmlns:a16="http://schemas.microsoft.com/office/drawing/2014/main" xmlns="" id="{0622EE2E-5FCC-4C2E-B3AC-C00F8518B0B9}"/>
              </a:ext>
            </a:extLst>
          </p:cNvPr>
          <p:cNvSpPr>
            <a:spLocks/>
          </p:cNvSpPr>
          <p:nvPr/>
        </p:nvSpPr>
        <p:spPr bwMode="auto">
          <a:xfrm>
            <a:off x="6720898" y="5080448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Pagination">
            <a:extLst>
              <a:ext uri="{FF2B5EF4-FFF2-40B4-BE49-F238E27FC236}">
                <a16:creationId xmlns:a16="http://schemas.microsoft.com/office/drawing/2014/main" xmlns="" id="{20DAA754-7EA9-4E3F-BAF9-8EE1256FC20F}"/>
              </a:ext>
            </a:extLst>
          </p:cNvPr>
          <p:cNvSpPr txBox="1"/>
          <p:nvPr/>
        </p:nvSpPr>
        <p:spPr>
          <a:xfrm>
            <a:off x="3361896" y="5417420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직사각형 48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6057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페이지 미정 </a:t>
            </a:r>
            <a:r>
              <a:rPr lang="en-US" altLang="ko-KR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(</a:t>
            </a:r>
            <a:r>
              <a:rPr lang="ko-KR" altLang="en-US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업로드 리스트 </a:t>
            </a:r>
            <a:r>
              <a:rPr lang="en-US" altLang="ko-KR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?) </a:t>
            </a:r>
          </a:p>
        </p:txBody>
      </p:sp>
    </p:spTree>
    <p:extLst>
      <p:ext uri="{BB962C8B-B14F-4D97-AF65-F5344CB8AC3E}">
        <p14:creationId xmlns:p14="http://schemas.microsoft.com/office/powerpoint/2010/main" val="117576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다운로드 </a:t>
            </a:r>
            <a:r>
              <a:rPr lang="en-US" altLang="ko-KR" dirty="0"/>
              <a:t>(WF0007)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4318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(Amazon S3)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 다운로드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xmlns="" id="{0EF410C6-D3AC-4A91-A8D0-03536FDD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58200"/>
              </p:ext>
            </p:extLst>
          </p:nvPr>
        </p:nvGraphicFramePr>
        <p:xfrm>
          <a:off x="1173644" y="2652919"/>
          <a:ext cx="6080594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414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385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88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823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승인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marketing_analysus_202202.csv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non_customer_adid_analysis_2021.csv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ddm_id_age_region_analysis_2021.csv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9EC890E1-9776-4F04-BF3A-8286B9FFD96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330357" y="2730672"/>
            <a:ext cx="131556" cy="131556"/>
            <a:chOff x="554563" y="2632644"/>
            <a:chExt cx="131556" cy="131556"/>
          </a:xfrm>
        </p:grpSpPr>
        <p:sp>
          <p:nvSpPr>
            <p:cNvPr id="33" name="Box">
              <a:extLst>
                <a:ext uri="{FF2B5EF4-FFF2-40B4-BE49-F238E27FC236}">
                  <a16:creationId xmlns:a16="http://schemas.microsoft.com/office/drawing/2014/main" xmlns="" id="{61796622-F49F-4010-8864-4A8F9CB9B3D6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Check" hidden="1">
              <a:extLst>
                <a:ext uri="{FF2B5EF4-FFF2-40B4-BE49-F238E27FC236}">
                  <a16:creationId xmlns:a16="http://schemas.microsoft.com/office/drawing/2014/main" xmlns="" id="{29C31D6A-E01D-485C-868F-F7E714E663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048BE9B9-6EF5-4FCE-A434-C11FBF2E090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30357" y="3072592"/>
            <a:ext cx="131556" cy="131556"/>
            <a:chOff x="554563" y="2632644"/>
            <a:chExt cx="131556" cy="131556"/>
          </a:xfrm>
        </p:grpSpPr>
        <p:sp>
          <p:nvSpPr>
            <p:cNvPr id="37" name="Box">
              <a:extLst>
                <a:ext uri="{FF2B5EF4-FFF2-40B4-BE49-F238E27FC236}">
                  <a16:creationId xmlns:a16="http://schemas.microsoft.com/office/drawing/2014/main" xmlns="" id="{8631AF20-711E-4DE4-8C7B-32AAAF4176F5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Check">
              <a:extLst>
                <a:ext uri="{FF2B5EF4-FFF2-40B4-BE49-F238E27FC236}">
                  <a16:creationId xmlns:a16="http://schemas.microsoft.com/office/drawing/2014/main" xmlns="" id="{F47313AB-E742-4C09-97BD-339F961B22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CAC57E81-2A17-40A8-93D4-1FB5BD4611B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330357" y="3397213"/>
            <a:ext cx="131556" cy="131556"/>
            <a:chOff x="554563" y="2632644"/>
            <a:chExt cx="131556" cy="131556"/>
          </a:xfrm>
        </p:grpSpPr>
        <p:sp>
          <p:nvSpPr>
            <p:cNvPr id="40" name="Box">
              <a:extLst>
                <a:ext uri="{FF2B5EF4-FFF2-40B4-BE49-F238E27FC236}">
                  <a16:creationId xmlns:a16="http://schemas.microsoft.com/office/drawing/2014/main" xmlns="" id="{C92B66E5-7B4D-4528-B9A9-B6D35B372EBF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 hidden="1">
              <a:extLst>
                <a:ext uri="{FF2B5EF4-FFF2-40B4-BE49-F238E27FC236}">
                  <a16:creationId xmlns:a16="http://schemas.microsoft.com/office/drawing/2014/main" xmlns="" id="{D046EE01-8606-4924-9030-A94528250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54A551F5-378F-4AC9-988C-BAC8986D1BC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330357" y="3709318"/>
            <a:ext cx="131556" cy="131556"/>
            <a:chOff x="554563" y="2632644"/>
            <a:chExt cx="131556" cy="131556"/>
          </a:xfrm>
        </p:grpSpPr>
        <p:sp>
          <p:nvSpPr>
            <p:cNvPr id="43" name="Box">
              <a:extLst>
                <a:ext uri="{FF2B5EF4-FFF2-40B4-BE49-F238E27FC236}">
                  <a16:creationId xmlns:a16="http://schemas.microsoft.com/office/drawing/2014/main" xmlns="" id="{A4E25569-ADF2-4BE1-B8D7-39D60C03D24C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Check">
              <a:extLst>
                <a:ext uri="{FF2B5EF4-FFF2-40B4-BE49-F238E27FC236}">
                  <a16:creationId xmlns:a16="http://schemas.microsoft.com/office/drawing/2014/main" xmlns="" id="{7FB78839-3D89-4032-8BA6-33E8F88650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5" name="Button">
            <a:extLst>
              <a:ext uri="{FF2B5EF4-FFF2-40B4-BE49-F238E27FC236}">
                <a16:creationId xmlns:a16="http://schemas.microsoft.com/office/drawing/2014/main" xmlns="" id="{F166C76F-9D9A-4A25-869E-FAB4B6DECAC7}"/>
              </a:ext>
            </a:extLst>
          </p:cNvPr>
          <p:cNvSpPr>
            <a:spLocks/>
          </p:cNvSpPr>
          <p:nvPr/>
        </p:nvSpPr>
        <p:spPr bwMode="auto">
          <a:xfrm>
            <a:off x="6720898" y="301737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Button">
            <a:extLst>
              <a:ext uri="{FF2B5EF4-FFF2-40B4-BE49-F238E27FC236}">
                <a16:creationId xmlns:a16="http://schemas.microsoft.com/office/drawing/2014/main" xmlns="" id="{0369C0A9-FAE0-485F-A6EF-6FD545E0341A}"/>
              </a:ext>
            </a:extLst>
          </p:cNvPr>
          <p:cNvSpPr>
            <a:spLocks/>
          </p:cNvSpPr>
          <p:nvPr/>
        </p:nvSpPr>
        <p:spPr bwMode="auto">
          <a:xfrm>
            <a:off x="6720898" y="3321914"/>
            <a:ext cx="427553" cy="241995"/>
          </a:xfrm>
          <a:prstGeom prst="roundRect">
            <a:avLst>
              <a:gd name="adj" fmla="val 8776"/>
            </a:avLst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Button">
            <a:extLst>
              <a:ext uri="{FF2B5EF4-FFF2-40B4-BE49-F238E27FC236}">
                <a16:creationId xmlns:a16="http://schemas.microsoft.com/office/drawing/2014/main" xmlns="" id="{0622EE2E-5FCC-4C2E-B3AC-C00F8518B0B9}"/>
              </a:ext>
            </a:extLst>
          </p:cNvPr>
          <p:cNvSpPr>
            <a:spLocks/>
          </p:cNvSpPr>
          <p:nvPr/>
        </p:nvSpPr>
        <p:spPr bwMode="auto">
          <a:xfrm>
            <a:off x="6720898" y="363611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Pagination">
            <a:extLst>
              <a:ext uri="{FF2B5EF4-FFF2-40B4-BE49-F238E27FC236}">
                <a16:creationId xmlns:a16="http://schemas.microsoft.com/office/drawing/2014/main" xmlns="" id="{20DAA754-7EA9-4E3F-BAF9-8EE1256FC20F}"/>
              </a:ext>
            </a:extLst>
          </p:cNvPr>
          <p:cNvSpPr txBox="1"/>
          <p:nvPr/>
        </p:nvSpPr>
        <p:spPr>
          <a:xfrm>
            <a:off x="3361896" y="397308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49" name="Button">
            <a:extLst>
              <a:ext uri="{FF2B5EF4-FFF2-40B4-BE49-F238E27FC236}">
                <a16:creationId xmlns:a16="http://schemas.microsoft.com/office/drawing/2014/main" xmlns="" id="{0AB0D7A3-7C78-4E0F-9715-06123B0BB71D}"/>
              </a:ext>
            </a:extLst>
          </p:cNvPr>
          <p:cNvSpPr>
            <a:spLocks/>
          </p:cNvSpPr>
          <p:nvPr/>
        </p:nvSpPr>
        <p:spPr bwMode="auto">
          <a:xfrm>
            <a:off x="6359133" y="3977896"/>
            <a:ext cx="1151081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선택파일 일괄신청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98D0A5A7-7EB4-4D0C-81E2-BD6E676FC50C}"/>
              </a:ext>
            </a:extLst>
          </p:cNvPr>
          <p:cNvCxnSpPr/>
          <p:nvPr/>
        </p:nvCxnSpPr>
        <p:spPr>
          <a:xfrm>
            <a:off x="1396135" y="4312920"/>
            <a:ext cx="58581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xmlns="" id="{95C68A56-BCF9-42F9-B720-3C68EAA3A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662009"/>
              </p:ext>
            </p:extLst>
          </p:nvPr>
        </p:nvGraphicFramePr>
        <p:xfrm>
          <a:off x="1173644" y="4466556"/>
          <a:ext cx="6080594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414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385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234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7238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다운로드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marketing_analysus_202202.csv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ddm_id_age_region_analysis_2021.csv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5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85C209FD-8383-489D-B9B5-39B87EE35D1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330357" y="4544309"/>
            <a:ext cx="131556" cy="131556"/>
            <a:chOff x="554563" y="2632644"/>
            <a:chExt cx="131556" cy="131556"/>
          </a:xfrm>
        </p:grpSpPr>
        <p:sp>
          <p:nvSpPr>
            <p:cNvPr id="52" name="Box">
              <a:extLst>
                <a:ext uri="{FF2B5EF4-FFF2-40B4-BE49-F238E27FC236}">
                  <a16:creationId xmlns:a16="http://schemas.microsoft.com/office/drawing/2014/main" xmlns="" id="{98F31900-ACD4-446C-B1EA-9136A3740FBE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Check" hidden="1">
              <a:extLst>
                <a:ext uri="{FF2B5EF4-FFF2-40B4-BE49-F238E27FC236}">
                  <a16:creationId xmlns:a16="http://schemas.microsoft.com/office/drawing/2014/main" xmlns="" id="{CB503D21-FEF3-497B-A063-93BFEC264E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7CBC572C-5056-446E-8F47-563FE34E1BB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330357" y="4886229"/>
            <a:ext cx="131556" cy="131556"/>
            <a:chOff x="554563" y="2632644"/>
            <a:chExt cx="131556" cy="131556"/>
          </a:xfrm>
        </p:grpSpPr>
        <p:sp>
          <p:nvSpPr>
            <p:cNvPr id="55" name="Box">
              <a:extLst>
                <a:ext uri="{FF2B5EF4-FFF2-40B4-BE49-F238E27FC236}">
                  <a16:creationId xmlns:a16="http://schemas.microsoft.com/office/drawing/2014/main" xmlns="" id="{23A4607D-A662-45A2-983D-1A026196C6B7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6" name="Check">
              <a:extLst>
                <a:ext uri="{FF2B5EF4-FFF2-40B4-BE49-F238E27FC236}">
                  <a16:creationId xmlns:a16="http://schemas.microsoft.com/office/drawing/2014/main" xmlns="" id="{3FD42226-B46D-4E0F-AC22-97ADF3A141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43BEA992-C3FC-4C6D-AED6-36B3727B111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330357" y="5210850"/>
            <a:ext cx="131556" cy="131556"/>
            <a:chOff x="554563" y="2632644"/>
            <a:chExt cx="131556" cy="131556"/>
          </a:xfrm>
        </p:grpSpPr>
        <p:sp>
          <p:nvSpPr>
            <p:cNvPr id="58" name="Box">
              <a:extLst>
                <a:ext uri="{FF2B5EF4-FFF2-40B4-BE49-F238E27FC236}">
                  <a16:creationId xmlns:a16="http://schemas.microsoft.com/office/drawing/2014/main" xmlns="" id="{80BB7431-3BE2-41B8-81A7-84A5EDAB4382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Check" hidden="1">
              <a:extLst>
                <a:ext uri="{FF2B5EF4-FFF2-40B4-BE49-F238E27FC236}">
                  <a16:creationId xmlns:a16="http://schemas.microsoft.com/office/drawing/2014/main" xmlns="" id="{0EBA7769-FB6A-4091-B896-97DC428ED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4" name="Button">
            <a:extLst>
              <a:ext uri="{FF2B5EF4-FFF2-40B4-BE49-F238E27FC236}">
                <a16:creationId xmlns:a16="http://schemas.microsoft.com/office/drawing/2014/main" xmlns="" id="{5597B867-1128-46F4-9E99-FA149C632C40}"/>
              </a:ext>
            </a:extLst>
          </p:cNvPr>
          <p:cNvSpPr>
            <a:spLocks/>
          </p:cNvSpPr>
          <p:nvPr/>
        </p:nvSpPr>
        <p:spPr bwMode="auto">
          <a:xfrm>
            <a:off x="6509363" y="4831009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Button">
            <a:extLst>
              <a:ext uri="{FF2B5EF4-FFF2-40B4-BE49-F238E27FC236}">
                <a16:creationId xmlns:a16="http://schemas.microsoft.com/office/drawing/2014/main" xmlns="" id="{60CA0BDB-577F-4EA0-9921-1D51F613FAEF}"/>
              </a:ext>
            </a:extLst>
          </p:cNvPr>
          <p:cNvSpPr>
            <a:spLocks/>
          </p:cNvSpPr>
          <p:nvPr/>
        </p:nvSpPr>
        <p:spPr bwMode="auto">
          <a:xfrm>
            <a:off x="6509363" y="5128614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Button">
            <a:extLst>
              <a:ext uri="{FF2B5EF4-FFF2-40B4-BE49-F238E27FC236}">
                <a16:creationId xmlns:a16="http://schemas.microsoft.com/office/drawing/2014/main" xmlns="" id="{0F047231-4CA6-4B1D-8A59-65061B2BEAF8}"/>
              </a:ext>
            </a:extLst>
          </p:cNvPr>
          <p:cNvSpPr>
            <a:spLocks/>
          </p:cNvSpPr>
          <p:nvPr/>
        </p:nvSpPr>
        <p:spPr bwMode="auto">
          <a:xfrm>
            <a:off x="6107266" y="5502082"/>
            <a:ext cx="1402948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선택파일 일괄 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Pagination">
            <a:extLst>
              <a:ext uri="{FF2B5EF4-FFF2-40B4-BE49-F238E27FC236}">
                <a16:creationId xmlns:a16="http://schemas.microsoft.com/office/drawing/2014/main" xmlns="" id="{0A921236-86E9-4EBC-978B-5F27C5D01FC7}"/>
              </a:ext>
            </a:extLst>
          </p:cNvPr>
          <p:cNvSpPr txBox="1"/>
          <p:nvPr/>
        </p:nvSpPr>
        <p:spPr>
          <a:xfrm>
            <a:off x="3361896" y="5520835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600FCA8-6174-420C-BB18-EE5FC04A8320}"/>
              </a:ext>
            </a:extLst>
          </p:cNvPr>
          <p:cNvSpPr txBox="1"/>
          <p:nvPr/>
        </p:nvSpPr>
        <p:spPr>
          <a:xfrm>
            <a:off x="7796706" y="2730672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기간 제약 필요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15826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단일 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다중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단일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다중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9914455" y="4001608"/>
            <a:ext cx="19068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S3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다운로드 신청 및 다운로드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해당 파일 다운로드 및 선택 한 파일들을 모두 다운 받을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AWS CLI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스크립트 파일이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다운로드되어실행시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다운로드가 진행됩니다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6620062" y="2987417"/>
            <a:ext cx="634176" cy="299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6340910" y="3948159"/>
            <a:ext cx="1186624" cy="299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7284951" y="2972678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071590" y="394664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449453" y="4793314"/>
            <a:ext cx="772401" cy="3647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7254238" y="474478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071590" y="5460356"/>
            <a:ext cx="1479746" cy="3187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/>
          <p:cNvSpPr/>
          <p:nvPr/>
        </p:nvSpPr>
        <p:spPr>
          <a:xfrm>
            <a:off x="5808287" y="5501018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761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샌드박스 현황 </a:t>
            </a:r>
            <a:r>
              <a:rPr lang="en-US" altLang="ko-KR" dirty="0"/>
              <a:t>(WF0008)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898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현황</a:t>
            </a:r>
          </a:p>
        </p:txBody>
      </p:sp>
      <p:grpSp>
        <p:nvGrpSpPr>
          <p:cNvPr id="48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E9993865-B584-4B97-B6EA-92454B7A88B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28959" y="2631372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61" name="Text Box">
              <a:extLst>
                <a:ext uri="{FF2B5EF4-FFF2-40B4-BE49-F238E27FC236}">
                  <a16:creationId xmlns:a16="http://schemas.microsoft.com/office/drawing/2014/main" xmlns="" id="{93C6007B-A6B9-4ED1-A717-A6C8E289A2A2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62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A9061F3E-94BF-41C6-B970-8036A943A9D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8019ECA7-B6FC-4434-99FD-5F595A2B73A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626322" y="2615034"/>
            <a:ext cx="1448792" cy="241092"/>
            <a:chOff x="595684" y="1551576"/>
            <a:chExt cx="1368148" cy="241092"/>
          </a:xfrm>
          <a:solidFill>
            <a:srgbClr val="FFFFFF"/>
          </a:solidFill>
        </p:grpSpPr>
        <p:sp>
          <p:nvSpPr>
            <p:cNvPr id="65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14F3FBD1-40B7-4A69-806D-A3B947FF849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5684" y="1551576"/>
              <a:ext cx="1211398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67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FFC74559-AA3E-4540-9262-64699CE6E0E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807082" y="1551576"/>
              <a:ext cx="1567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01C81CB1-2307-4C52-854F-4047B6A1DF1D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855234" y="1654034"/>
              <a:ext cx="60445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5ADF7C6-BBEA-4B8E-BFE8-0AEEE3B0C476}"/>
              </a:ext>
            </a:extLst>
          </p:cNvPr>
          <p:cNvSpPr txBox="1"/>
          <p:nvPr/>
        </p:nvSpPr>
        <p:spPr>
          <a:xfrm>
            <a:off x="3122032" y="2614106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상태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grpSp>
        <p:nvGrpSpPr>
          <p:cNvPr id="71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BA8925D4-1707-4DE1-B510-C014B8BB2AD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857043" y="2615034"/>
            <a:ext cx="1456411" cy="241092"/>
            <a:chOff x="595684" y="1551576"/>
            <a:chExt cx="1368147" cy="241092"/>
          </a:xfrm>
          <a:solidFill>
            <a:srgbClr val="FFFFFF"/>
          </a:solidFill>
        </p:grpSpPr>
        <p:sp>
          <p:nvSpPr>
            <p:cNvPr id="72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2AA4373E-4429-40C6-B277-97E4440C48B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5684" y="1551576"/>
              <a:ext cx="121221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73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DC564F98-CEBF-4185-B7F6-8A01BB48726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807902" y="1551576"/>
              <a:ext cx="15592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98EEDC8-B715-4592-BC92-4E0D2EC0E226}"/>
                </a:ext>
              </a:extLst>
            </p:cNvPr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1855802" y="1654034"/>
              <a:ext cx="6012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C67E7B63-CCE1-4199-B24D-5C0FDC4F2374}"/>
              </a:ext>
            </a:extLst>
          </p:cNvPr>
          <p:cNvSpPr txBox="1"/>
          <p:nvPr/>
        </p:nvSpPr>
        <p:spPr>
          <a:xfrm>
            <a:off x="5352753" y="2614106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타입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76" name="Button">
            <a:extLst>
              <a:ext uri="{FF2B5EF4-FFF2-40B4-BE49-F238E27FC236}">
                <a16:creationId xmlns:a16="http://schemas.microsoft.com/office/drawing/2014/main" xmlns="" id="{561E3EC6-A325-4A0C-9D55-8A5B840ECD6D}"/>
              </a:ext>
            </a:extLst>
          </p:cNvPr>
          <p:cNvSpPr>
            <a:spLocks/>
          </p:cNvSpPr>
          <p:nvPr/>
        </p:nvSpPr>
        <p:spPr bwMode="auto">
          <a:xfrm>
            <a:off x="6120317" y="297503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Button">
            <a:extLst>
              <a:ext uri="{FF2B5EF4-FFF2-40B4-BE49-F238E27FC236}">
                <a16:creationId xmlns:a16="http://schemas.microsoft.com/office/drawing/2014/main" xmlns="" id="{7AA66365-9B38-4CCF-AFA5-D7C5438D15F1}"/>
              </a:ext>
            </a:extLst>
          </p:cNvPr>
          <p:cNvSpPr>
            <a:spLocks/>
          </p:cNvSpPr>
          <p:nvPr/>
        </p:nvSpPr>
        <p:spPr bwMode="auto">
          <a:xfrm>
            <a:off x="6666378" y="2975039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동기화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Button">
            <a:extLst>
              <a:ext uri="{FF2B5EF4-FFF2-40B4-BE49-F238E27FC236}">
                <a16:creationId xmlns:a16="http://schemas.microsoft.com/office/drawing/2014/main" xmlns="" id="{4B58780E-EED6-4622-AA0B-67DFDBC3F1EC}"/>
              </a:ext>
            </a:extLst>
          </p:cNvPr>
          <p:cNvSpPr>
            <a:spLocks/>
          </p:cNvSpPr>
          <p:nvPr/>
        </p:nvSpPr>
        <p:spPr bwMode="auto">
          <a:xfrm>
            <a:off x="2894478" y="3375137"/>
            <a:ext cx="1144607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EC2 </a:t>
            </a:r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샌드박스 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Button">
            <a:extLst>
              <a:ext uri="{FF2B5EF4-FFF2-40B4-BE49-F238E27FC236}">
                <a16:creationId xmlns:a16="http://schemas.microsoft.com/office/drawing/2014/main" xmlns="" id="{D87F819A-19F0-4C34-9E9D-4FAE423B3473}"/>
              </a:ext>
            </a:extLst>
          </p:cNvPr>
          <p:cNvSpPr>
            <a:spLocks/>
          </p:cNvSpPr>
          <p:nvPr/>
        </p:nvSpPr>
        <p:spPr bwMode="auto">
          <a:xfrm>
            <a:off x="4208146" y="3375137"/>
            <a:ext cx="151195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SageMaker </a:t>
            </a:r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샌드박스 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xmlns="" id="{099E4421-5030-45AF-80BB-FDA7892AF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429505"/>
              </p:ext>
            </p:extLst>
          </p:nvPr>
        </p:nvGraphicFramePr>
        <p:xfrm>
          <a:off x="1097445" y="3701682"/>
          <a:ext cx="6430090" cy="15727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454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022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40032435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81115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 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볼륨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(GB)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생성일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 동작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분석 테스트용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256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실행중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2022.02.10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상품추천모델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-KNN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256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중지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05 09:00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상품추천모델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-Rating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Dictionary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512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중지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05 10:00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1" name="Button">
            <a:extLst>
              <a:ext uri="{FF2B5EF4-FFF2-40B4-BE49-F238E27FC236}">
                <a16:creationId xmlns:a16="http://schemas.microsoft.com/office/drawing/2014/main" xmlns="" id="{73C306FC-F020-4893-9D1B-EDCA88C2A3E7}"/>
              </a:ext>
            </a:extLst>
          </p:cNvPr>
          <p:cNvSpPr>
            <a:spLocks/>
          </p:cNvSpPr>
          <p:nvPr/>
        </p:nvSpPr>
        <p:spPr bwMode="auto">
          <a:xfrm>
            <a:off x="5679535" y="4200117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중지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Button">
            <a:extLst>
              <a:ext uri="{FF2B5EF4-FFF2-40B4-BE49-F238E27FC236}">
                <a16:creationId xmlns:a16="http://schemas.microsoft.com/office/drawing/2014/main" xmlns="" id="{4E81FA48-D0C3-4352-9333-00C82835A423}"/>
              </a:ext>
            </a:extLst>
          </p:cNvPr>
          <p:cNvSpPr>
            <a:spLocks/>
          </p:cNvSpPr>
          <p:nvPr/>
        </p:nvSpPr>
        <p:spPr bwMode="auto">
          <a:xfrm>
            <a:off x="6173037" y="4200117"/>
            <a:ext cx="652582" cy="241995"/>
          </a:xfrm>
          <a:prstGeom prst="roundRect">
            <a:avLst>
              <a:gd name="adj" fmla="val 8776"/>
            </a:avLst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3" name="Button">
            <a:extLst>
              <a:ext uri="{FF2B5EF4-FFF2-40B4-BE49-F238E27FC236}">
                <a16:creationId xmlns:a16="http://schemas.microsoft.com/office/drawing/2014/main" xmlns="" id="{B846C05B-49DD-4FA9-90DC-A126251ABFF0}"/>
              </a:ext>
            </a:extLst>
          </p:cNvPr>
          <p:cNvSpPr>
            <a:spLocks/>
          </p:cNvSpPr>
          <p:nvPr/>
        </p:nvSpPr>
        <p:spPr bwMode="auto">
          <a:xfrm>
            <a:off x="5679535" y="451459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시작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Button">
            <a:extLst>
              <a:ext uri="{FF2B5EF4-FFF2-40B4-BE49-F238E27FC236}">
                <a16:creationId xmlns:a16="http://schemas.microsoft.com/office/drawing/2014/main" xmlns="" id="{C411CE93-B7AF-4CBF-A1EB-E98C83CDB666}"/>
              </a:ext>
            </a:extLst>
          </p:cNvPr>
          <p:cNvSpPr>
            <a:spLocks/>
          </p:cNvSpPr>
          <p:nvPr/>
        </p:nvSpPr>
        <p:spPr bwMode="auto">
          <a:xfrm>
            <a:off x="6173037" y="4514599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xmlns="" id="{88DC6F93-3F31-4AA9-A34F-B16BBA8D1A90}"/>
              </a:ext>
            </a:extLst>
          </p:cNvPr>
          <p:cNvSpPr>
            <a:spLocks/>
          </p:cNvSpPr>
          <p:nvPr/>
        </p:nvSpPr>
        <p:spPr bwMode="auto">
          <a:xfrm>
            <a:off x="5679535" y="4829081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시작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Button">
            <a:extLst>
              <a:ext uri="{FF2B5EF4-FFF2-40B4-BE49-F238E27FC236}">
                <a16:creationId xmlns:a16="http://schemas.microsoft.com/office/drawing/2014/main" xmlns="" id="{D7F536F8-8033-4A42-9225-6941814D0A4E}"/>
              </a:ext>
            </a:extLst>
          </p:cNvPr>
          <p:cNvSpPr>
            <a:spLocks/>
          </p:cNvSpPr>
          <p:nvPr/>
        </p:nvSpPr>
        <p:spPr bwMode="auto">
          <a:xfrm>
            <a:off x="6173037" y="4829081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Pagination">
            <a:extLst>
              <a:ext uri="{FF2B5EF4-FFF2-40B4-BE49-F238E27FC236}">
                <a16:creationId xmlns:a16="http://schemas.microsoft.com/office/drawing/2014/main" xmlns="" id="{A1178F33-3A90-45B1-A255-70EF866D01D7}"/>
              </a:ext>
            </a:extLst>
          </p:cNvPr>
          <p:cNvSpPr txBox="1"/>
          <p:nvPr/>
        </p:nvSpPr>
        <p:spPr>
          <a:xfrm>
            <a:off x="3626322" y="518234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8" name="Button">
            <a:extLst>
              <a:ext uri="{FF2B5EF4-FFF2-40B4-BE49-F238E27FC236}">
                <a16:creationId xmlns:a16="http://schemas.microsoft.com/office/drawing/2014/main" xmlns="" id="{66C9BC7C-F288-4C2A-AA87-5EBB7F34031A}"/>
              </a:ext>
            </a:extLst>
          </p:cNvPr>
          <p:cNvSpPr>
            <a:spLocks/>
          </p:cNvSpPr>
          <p:nvPr/>
        </p:nvSpPr>
        <p:spPr bwMode="auto">
          <a:xfrm>
            <a:off x="6891568" y="4200117"/>
            <a:ext cx="652582" cy="241995"/>
          </a:xfrm>
          <a:prstGeom prst="roundRect">
            <a:avLst>
              <a:gd name="adj" fmla="val 8776"/>
            </a:avLst>
          </a:prstGeom>
          <a:solidFill>
            <a:schemeClr val="bg1">
              <a:lumMod val="75000"/>
            </a:schemeClr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리사이즈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Button">
            <a:extLst>
              <a:ext uri="{FF2B5EF4-FFF2-40B4-BE49-F238E27FC236}">
                <a16:creationId xmlns:a16="http://schemas.microsoft.com/office/drawing/2014/main" xmlns="" id="{E441F7A5-2A2B-4F6C-B7CD-8B9F35F5B71D}"/>
              </a:ext>
            </a:extLst>
          </p:cNvPr>
          <p:cNvSpPr>
            <a:spLocks/>
          </p:cNvSpPr>
          <p:nvPr/>
        </p:nvSpPr>
        <p:spPr bwMode="auto">
          <a:xfrm>
            <a:off x="6891568" y="4514599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리사이즈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Button">
            <a:extLst>
              <a:ext uri="{FF2B5EF4-FFF2-40B4-BE49-F238E27FC236}">
                <a16:creationId xmlns:a16="http://schemas.microsoft.com/office/drawing/2014/main" xmlns="" id="{20E23AE9-DA89-485B-B7A2-E680393C5C36}"/>
              </a:ext>
            </a:extLst>
          </p:cNvPr>
          <p:cNvSpPr>
            <a:spLocks/>
          </p:cNvSpPr>
          <p:nvPr/>
        </p:nvSpPr>
        <p:spPr bwMode="auto">
          <a:xfrm>
            <a:off x="6891568" y="4829081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리사이즈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D507CDD-AA55-43D2-91B1-A90FFE3D4B75}"/>
              </a:ext>
            </a:extLst>
          </p:cNvPr>
          <p:cNvSpPr txBox="1"/>
          <p:nvPr/>
        </p:nvSpPr>
        <p:spPr>
          <a:xfrm>
            <a:off x="7798278" y="2593670"/>
            <a:ext cx="185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상세정보페이지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404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동기화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샌드박스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상태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승인여부 상태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리사이즈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샌드박스</a:t>
                      </a:r>
                      <a:r>
                        <a:rPr lang="ko-KR" altLang="en-US" sz="8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 신청</a:t>
                      </a:r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9914455" y="4001608"/>
            <a:ext cx="190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분석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리스트입니다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상태 및 승인여부 확인이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619882" y="2946293"/>
            <a:ext cx="634176" cy="299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7285241" y="292269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082015" y="2940676"/>
            <a:ext cx="481611" cy="3094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5821821" y="290090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649135" y="4171371"/>
            <a:ext cx="480197" cy="899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6173036" y="4168986"/>
            <a:ext cx="634176" cy="902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6881368" y="4168986"/>
            <a:ext cx="669968" cy="902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5649135" y="384799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208093" y="511036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946456" y="510220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868743" y="3344840"/>
            <a:ext cx="2887493" cy="299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68743" y="305907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6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723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샌드박스 현황 </a:t>
            </a:r>
            <a:r>
              <a:rPr lang="en-US" altLang="ko-KR" dirty="0"/>
              <a:t>(WF0008)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48095" y="1278408"/>
            <a:ext cx="6668462" cy="4693000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098822" y="2066444"/>
            <a:ext cx="2585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상세 페이지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Button">
            <a:extLst>
              <a:ext uri="{FF2B5EF4-FFF2-40B4-BE49-F238E27FC236}">
                <a16:creationId xmlns:a16="http://schemas.microsoft.com/office/drawing/2014/main" xmlns="" id="{88DC6F93-3F31-4AA9-A34F-B16BBA8D1A90}"/>
              </a:ext>
            </a:extLst>
          </p:cNvPr>
          <p:cNvSpPr>
            <a:spLocks/>
          </p:cNvSpPr>
          <p:nvPr/>
        </p:nvSpPr>
        <p:spPr bwMode="auto">
          <a:xfrm>
            <a:off x="4792353" y="555639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시작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Button">
            <a:extLst>
              <a:ext uri="{FF2B5EF4-FFF2-40B4-BE49-F238E27FC236}">
                <a16:creationId xmlns:a16="http://schemas.microsoft.com/office/drawing/2014/main" xmlns="" id="{D7F536F8-8033-4A42-9225-6941814D0A4E}"/>
              </a:ext>
            </a:extLst>
          </p:cNvPr>
          <p:cNvSpPr>
            <a:spLocks/>
          </p:cNvSpPr>
          <p:nvPr/>
        </p:nvSpPr>
        <p:spPr bwMode="auto">
          <a:xfrm>
            <a:off x="5769709" y="5556399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6798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샌드박스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제어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9914455" y="4001608"/>
            <a:ext cx="1906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분석샌드박스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상세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스펙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및 이미지 정보를 확인할 수 있으며 시작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중지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삭제신청 으로 제어가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253151" y="2515073"/>
            <a:ext cx="1647612" cy="1345141"/>
            <a:chOff x="1243868" y="2659460"/>
            <a:chExt cx="1647612" cy="134514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44DC1D92-F657-4B3B-AF72-447179255289}"/>
                </a:ext>
              </a:extLst>
            </p:cNvPr>
            <p:cNvSpPr txBox="1"/>
            <p:nvPr/>
          </p:nvSpPr>
          <p:spPr>
            <a:xfrm>
              <a:off x="1249845" y="2659460"/>
              <a:ext cx="164163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 err="1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샌드박스</a:t>
              </a:r>
              <a:r>
                <a:rPr lang="ko-KR" altLang="en-US" sz="1000" b="1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 </a:t>
              </a:r>
              <a:r>
                <a:rPr lang="en-US" altLang="ko-KR" sz="1000" b="1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:</a:t>
              </a:r>
              <a:endParaRPr lang="ko-KR" altLang="en-US" sz="1000" b="1" dirty="0"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6AE4F0D3-AC9D-4998-B637-19178408106B}"/>
                </a:ext>
              </a:extLst>
            </p:cNvPr>
            <p:cNvSpPr txBox="1"/>
            <p:nvPr/>
          </p:nvSpPr>
          <p:spPr>
            <a:xfrm>
              <a:off x="1249845" y="3216386"/>
              <a:ext cx="156798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설명 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: </a:t>
              </a:r>
              <a:r>
                <a:rPr lang="en-US" altLang="ko-KR" sz="1000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[</a:t>
              </a:r>
              <a:r>
                <a:rPr lang="ko-KR" altLang="en-US" sz="1000" dirty="0" err="1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샌드박스</a:t>
              </a:r>
              <a:r>
                <a:rPr lang="ko-KR" altLang="en-US" sz="1000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 설명</a:t>
              </a:r>
              <a:r>
                <a:rPr lang="en-US" altLang="ko-KR" sz="1000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]</a:t>
              </a:r>
              <a:endParaRPr lang="ko-KR" altLang="en-US" sz="1000" dirty="0"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43869" y="3491241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UUID: [</a:t>
              </a:r>
              <a:r>
                <a:rPr lang="en-US" altLang="ko-KR" sz="1000" b="0" i="0" dirty="0" err="1" smtClean="0">
                  <a:solidFill>
                    <a:srgbClr val="3F4254"/>
                  </a:solidFill>
                  <a:effectLst/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uuid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]</a:t>
              </a:r>
              <a:endParaRPr lang="ko-KR" altLang="en-US" sz="1000" dirty="0"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44DC1D92-F657-4B3B-AF72-447179255289}"/>
                </a:ext>
              </a:extLst>
            </p:cNvPr>
            <p:cNvSpPr txBox="1"/>
            <p:nvPr/>
          </p:nvSpPr>
          <p:spPr>
            <a:xfrm>
              <a:off x="1243870" y="2919879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이름 </a:t>
              </a:r>
              <a:r>
                <a:rPr lang="en-US" altLang="ko-KR" sz="1000" dirty="0" smtClean="0"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: [</a:t>
              </a:r>
              <a:r>
                <a:rPr lang="ko-KR" altLang="en-US" sz="1000" dirty="0" err="1" smtClean="0"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샌드박스</a:t>
              </a:r>
              <a:r>
                <a:rPr lang="ko-KR" altLang="en-US" sz="1000" dirty="0" smtClean="0"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 명</a:t>
              </a:r>
              <a:r>
                <a:rPr lang="en-US" altLang="ko-KR" sz="1000" dirty="0" smtClean="0"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]</a:t>
              </a:r>
              <a:endParaRPr lang="ko-KR" altLang="en-US" sz="1000" dirty="0"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43868" y="3758380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 smtClean="0">
                  <a:solidFill>
                    <a:srgbClr val="3F4254"/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Volume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Noto Sans CJK KR DemiLight" panose="020B0400000000000000" pitchFamily="34" charset="-127"/>
                  <a:ea typeface="Noto Sans CJK KR DemiLight" panose="020B0400000000000000" pitchFamily="34" charset="-127"/>
                </a:rPr>
                <a:t>: [volume]</a:t>
              </a:r>
              <a:endParaRPr lang="ko-KR" altLang="en-US" sz="1000" dirty="0">
                <a:latin typeface="Noto Sans CJK KR DemiLight" panose="020B0400000000000000" pitchFamily="34" charset="-127"/>
                <a:ea typeface="Noto Sans CJK KR DemiLight" panose="020B0400000000000000" pitchFamily="34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191640" y="4003878"/>
            <a:ext cx="5058080" cy="1328286"/>
            <a:chOff x="1243867" y="4101873"/>
            <a:chExt cx="1455426" cy="1328286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43867" y="4101873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i="0" dirty="0" err="1" smtClean="0">
                  <a:solidFill>
                    <a:srgbClr val="3F4254"/>
                  </a:solidFill>
                  <a:effectLst/>
                  <a:latin typeface="Poppins"/>
                </a:rPr>
                <a:t>샌드박스</a:t>
              </a:r>
              <a:r>
                <a:rPr lang="ko-KR" altLang="en-US" sz="1000" b="1" i="0" dirty="0" smtClean="0">
                  <a:solidFill>
                    <a:srgbClr val="3F4254"/>
                  </a:solidFill>
                  <a:effectLst/>
                  <a:latin typeface="Poppins"/>
                </a:rPr>
                <a:t> 모델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85892" y="4385162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이름 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 [</a:t>
              </a:r>
              <a:r>
                <a:rPr lang="ko-KR" altLang="en-US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모델 명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]</a:t>
              </a:r>
              <a:endParaRPr lang="ko-KR" altLang="en-US" sz="10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85891" y="4678705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설명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 [</a:t>
              </a:r>
              <a:r>
                <a:rPr lang="ko-KR" altLang="en-US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모델 설명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] </a:t>
              </a:r>
              <a:endParaRPr lang="ko-KR" altLang="en-US" sz="10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85892" y="4936670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모델 </a:t>
              </a:r>
              <a:r>
                <a:rPr lang="ko-KR" altLang="en-US" sz="1000" dirty="0" err="1" smtClean="0">
                  <a:solidFill>
                    <a:srgbClr val="3F4254"/>
                  </a:solidFill>
                  <a:latin typeface="Poppins"/>
                </a:rPr>
                <a:t>스펙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  Type: EC2, OS: Linux , </a:t>
              </a:r>
              <a:r>
                <a:rPr lang="en-US" altLang="ko-KR" sz="1000" b="0" i="0" dirty="0" err="1" smtClean="0">
                  <a:solidFill>
                    <a:srgbClr val="3F4254"/>
                  </a:solidFill>
                  <a:effectLst/>
                  <a:latin typeface="Poppins"/>
                </a:rPr>
                <a:t>InstanceType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 t2.micro …</a:t>
              </a:r>
              <a:endParaRPr lang="ko-KR" altLang="en-US" sz="1000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85892" y="5183938"/>
              <a:ext cx="141340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모델 이미지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 Type: Instance</a:t>
              </a:r>
              <a:r>
                <a:rPr lang="en-US" altLang="ko-KR" sz="1000" dirty="0" smtClean="0">
                  <a:solidFill>
                    <a:srgbClr val="3F4254"/>
                  </a:solidFill>
                  <a:latin typeface="Poppins"/>
                </a:rPr>
                <a:t>, OS: Linux, ID: </a:t>
              </a:r>
              <a:r>
                <a:rPr lang="en-US" altLang="ko-KR" sz="1000" dirty="0" err="1" smtClean="0">
                  <a:solidFill>
                    <a:srgbClr val="3F4254"/>
                  </a:solidFill>
                  <a:latin typeface="Poppins"/>
                </a:rPr>
                <a:t>ami-xxxx</a:t>
              </a:r>
              <a:r>
                <a:rPr lang="en-US" altLang="ko-KR" sz="1000" dirty="0" smtClean="0">
                  <a:solidFill>
                    <a:srgbClr val="3F4254"/>
                  </a:solidFill>
                  <a:latin typeface="Poppins"/>
                </a:rPr>
                <a:t> , …</a:t>
              </a:r>
              <a:endParaRPr lang="ko-KR" altLang="en-US" sz="1000" dirty="0"/>
            </a:p>
          </p:txBody>
        </p:sp>
      </p:grpSp>
      <p:sp>
        <p:nvSpPr>
          <p:cNvPr id="97" name="Button">
            <a:extLst>
              <a:ext uri="{FF2B5EF4-FFF2-40B4-BE49-F238E27FC236}">
                <a16:creationId xmlns:a16="http://schemas.microsoft.com/office/drawing/2014/main" xmlns="" id="{88DC6F93-3F31-4AA9-A34F-B16BBA8D1A90}"/>
              </a:ext>
            </a:extLst>
          </p:cNvPr>
          <p:cNvSpPr>
            <a:spLocks/>
          </p:cNvSpPr>
          <p:nvPr/>
        </p:nvSpPr>
        <p:spPr bwMode="auto">
          <a:xfrm>
            <a:off x="5274211" y="555639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중지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689040" y="5528321"/>
            <a:ext cx="1794137" cy="3206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4370469" y="556265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75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EC2 </a:t>
            </a:r>
            <a:r>
              <a:rPr lang="ko-KR" altLang="en-US" dirty="0"/>
              <a:t>신청 </a:t>
            </a:r>
            <a:r>
              <a:rPr lang="en-US" altLang="ko-KR" dirty="0"/>
              <a:t>(WF0009)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7949" y="1520665"/>
            <a:ext cx="6670989" cy="4352544"/>
            <a:chOff x="593157" y="1261242"/>
            <a:chExt cx="6670989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3157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2331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EC2 </a:t>
            </a:r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신청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A67D0DCE-7BE7-4635-B03A-BCD933A31908}"/>
              </a:ext>
            </a:extLst>
          </p:cNvPr>
          <p:cNvGrpSpPr/>
          <p:nvPr/>
        </p:nvGrpSpPr>
        <p:grpSpPr>
          <a:xfrm>
            <a:off x="1249845" y="2659460"/>
            <a:ext cx="5751319" cy="2144661"/>
            <a:chOff x="1249845" y="2659459"/>
            <a:chExt cx="3907407" cy="19157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4DC1D92-F657-4B3B-AF72-447179255289}"/>
                </a:ext>
              </a:extLst>
            </p:cNvPr>
            <p:cNvSpPr txBox="1"/>
            <p:nvPr/>
          </p:nvSpPr>
          <p:spPr>
            <a:xfrm>
              <a:off x="1249845" y="2659459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3F4254"/>
                  </a:solidFill>
                  <a:latin typeface="Poppins"/>
                </a:rPr>
                <a:t>EC2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 모델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grpSp>
          <p:nvGrpSpPr>
            <p:cNvPr id="44" name="Drop-Down Box" descr="&lt;SmartSettings&gt;&lt;SmartResize enabled=&quot;True&quot; minWidth=&quot;18&quot; minHeight=&quot;7&quot; /&gt;&lt;/SmartSettings&gt;">
              <a:extLst>
                <a:ext uri="{FF2B5EF4-FFF2-40B4-BE49-F238E27FC236}">
                  <a16:creationId xmlns:a16="http://schemas.microsoft.com/office/drawing/2014/main" xmlns="" id="{E8C5C60B-ED19-4761-9EAD-AB13AC675DE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1310632" y="2884615"/>
              <a:ext cx="3846620" cy="229102"/>
              <a:chOff x="595686" y="1267237"/>
              <a:chExt cx="3846620" cy="229102"/>
            </a:xfrm>
            <a:solidFill>
              <a:srgbClr val="FFFFFF"/>
            </a:solidFill>
          </p:grpSpPr>
          <p:sp>
            <p:nvSpPr>
              <p:cNvPr id="45" name="Text Box">
                <a:extLst>
                  <a:ext uri="{FF2B5EF4-FFF2-40B4-BE49-F238E27FC236}">
                    <a16:creationId xmlns:a16="http://schemas.microsoft.com/office/drawing/2014/main" xmlns="" id="{E8B7C516-E875-46E8-9B80-9AF445CAE5EF}"/>
                  </a:ext>
                </a:extLst>
              </p:cNvPr>
              <p:cNvSpPr/>
              <p:nvPr/>
            </p:nvSpPr>
            <p:spPr>
              <a:xfrm>
                <a:off x="595686" y="1267237"/>
                <a:ext cx="3846620" cy="229102"/>
              </a:xfrm>
              <a:prstGeom prst="rect">
                <a:avLst/>
              </a:pr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Select</a:t>
                </a:r>
              </a:p>
            </p:txBody>
          </p:sp>
          <p:sp>
            <p:nvSpPr>
              <p:cNvPr id="46" name="Arrow Dow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E345500A-D799-4D1C-92F8-AD1A7B8A04CA}"/>
                  </a:ext>
                </a:extLst>
              </p:cNvPr>
              <p:cNvSpPr>
                <a:spLocks noChangeAspect="1"/>
              </p:cNvSpPr>
              <p:nvPr>
                <p:custDataLst>
                  <p:tags r:id="rId3"/>
                </p:custDataLst>
              </p:nvPr>
            </p:nvSpPr>
            <p:spPr bwMode="auto">
              <a:xfrm flipH="1">
                <a:off x="4305127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grp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6AE4F0D3-AC9D-4998-B637-19178408106B}"/>
                </a:ext>
              </a:extLst>
            </p:cNvPr>
            <p:cNvSpPr txBox="1"/>
            <p:nvPr/>
          </p:nvSpPr>
          <p:spPr>
            <a:xfrm>
              <a:off x="1249845" y="3156935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샌드박스 이름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1B4BF398-0E8E-4159-B89B-EAAFD8B9C05A}"/>
                </a:ext>
              </a:extLst>
            </p:cNvPr>
            <p:cNvSpPr/>
            <p:nvPr/>
          </p:nvSpPr>
          <p:spPr>
            <a:xfrm>
              <a:off x="1310632" y="3374123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B5AF670-5A18-40D9-AEAD-0D5B9B863827}"/>
                </a:ext>
              </a:extLst>
            </p:cNvPr>
            <p:cNvSpPr txBox="1"/>
            <p:nvPr/>
          </p:nvSpPr>
          <p:spPr>
            <a:xfrm>
              <a:off x="1249845" y="3383077"/>
              <a:ext cx="171308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이름을 입력하세요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49845" y="3639208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err="1">
                  <a:solidFill>
                    <a:srgbClr val="3F4254"/>
                  </a:solidFill>
                  <a:latin typeface="Poppins"/>
                </a:rPr>
                <a:t>샌드박스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 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설</a:t>
              </a:r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명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C4A0A635-5654-413E-A6E1-25C4B5501870}"/>
                </a:ext>
              </a:extLst>
            </p:cNvPr>
            <p:cNvSpPr/>
            <p:nvPr/>
          </p:nvSpPr>
          <p:spPr>
            <a:xfrm>
              <a:off x="1310632" y="3856396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E298AA55-7C8E-4784-B3D5-C24F4AF5B209}"/>
                </a:ext>
              </a:extLst>
            </p:cNvPr>
            <p:cNvSpPr txBox="1"/>
            <p:nvPr/>
          </p:nvSpPr>
          <p:spPr>
            <a:xfrm>
              <a:off x="1249845" y="3865350"/>
              <a:ext cx="171308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설명을 입력하세요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DD0F659D-7DD2-41C9-9A4C-AB3A3BA6CB11}"/>
                </a:ext>
              </a:extLst>
            </p:cNvPr>
            <p:cNvSpPr txBox="1"/>
            <p:nvPr/>
          </p:nvSpPr>
          <p:spPr>
            <a:xfrm>
              <a:off x="1249845" y="4128895"/>
              <a:ext cx="1232848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샌드박스 볼륨 용량</a:t>
              </a:r>
              <a:r>
                <a:rPr lang="en-US" altLang="ko-KR" sz="1000" dirty="0">
                  <a:solidFill>
                    <a:srgbClr val="3F4254"/>
                  </a:solidFill>
                  <a:latin typeface="Poppins"/>
                </a:rPr>
                <a:t>(GB)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55" name="Text Box">
              <a:extLst>
                <a:ext uri="{FF2B5EF4-FFF2-40B4-BE49-F238E27FC236}">
                  <a16:creationId xmlns:a16="http://schemas.microsoft.com/office/drawing/2014/main" xmlns="" id="{135FC454-D505-4854-9CBB-CA5E0EBA1D54}"/>
                </a:ext>
              </a:extLst>
            </p:cNvPr>
            <p:cNvSpPr/>
            <p:nvPr/>
          </p:nvSpPr>
          <p:spPr>
            <a:xfrm>
              <a:off x="1310632" y="4346083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5E60EFB2-1426-4CC9-ADE5-CF13D71762BC}"/>
                </a:ext>
              </a:extLst>
            </p:cNvPr>
            <p:cNvSpPr txBox="1"/>
            <p:nvPr/>
          </p:nvSpPr>
          <p:spPr>
            <a:xfrm>
              <a:off x="1249845" y="4355037"/>
              <a:ext cx="2504184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용량은 최소 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256GB, </a:t>
              </a:r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최대 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1TB  </a:t>
              </a:r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입니다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 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57" name="Button">
            <a:extLst>
              <a:ext uri="{FF2B5EF4-FFF2-40B4-BE49-F238E27FC236}">
                <a16:creationId xmlns:a16="http://schemas.microsoft.com/office/drawing/2014/main" xmlns="" id="{91C790EA-1331-4B20-8BB8-79C7C903942E}"/>
              </a:ext>
            </a:extLst>
          </p:cNvPr>
          <p:cNvSpPr>
            <a:spLocks/>
          </p:cNvSpPr>
          <p:nvPr/>
        </p:nvSpPr>
        <p:spPr bwMode="auto">
          <a:xfrm>
            <a:off x="4704806" y="504726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Button">
            <a:extLst>
              <a:ext uri="{FF2B5EF4-FFF2-40B4-BE49-F238E27FC236}">
                <a16:creationId xmlns:a16="http://schemas.microsoft.com/office/drawing/2014/main" xmlns="" id="{87F14076-1AC6-42FC-AF59-F90C4FE16446}"/>
              </a:ext>
            </a:extLst>
          </p:cNvPr>
          <p:cNvSpPr>
            <a:spLocks/>
          </p:cNvSpPr>
          <p:nvPr/>
        </p:nvSpPr>
        <p:spPr bwMode="auto">
          <a:xfrm>
            <a:off x="5397533" y="504726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099874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샌드박스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 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EC2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신청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647327" y="5046286"/>
            <a:ext cx="558987" cy="242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4341950" y="504177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4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SageMaker </a:t>
            </a:r>
            <a:r>
              <a:rPr lang="ko-KR" altLang="en-US" dirty="0"/>
              <a:t>신청 </a:t>
            </a:r>
            <a:r>
              <a:rPr lang="en-US" altLang="ko-KR" dirty="0"/>
              <a:t>(WF0010)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3050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SageMaker </a:t>
            </a:r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신청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xmlns="" id="{A67D0DCE-7BE7-4635-B03A-BCD933A31908}"/>
              </a:ext>
            </a:extLst>
          </p:cNvPr>
          <p:cNvGrpSpPr/>
          <p:nvPr/>
        </p:nvGrpSpPr>
        <p:grpSpPr>
          <a:xfrm>
            <a:off x="1249845" y="2659460"/>
            <a:ext cx="5751319" cy="2144661"/>
            <a:chOff x="1249845" y="2659459"/>
            <a:chExt cx="3907407" cy="191572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44DC1D92-F657-4B3B-AF72-447179255289}"/>
                </a:ext>
              </a:extLst>
            </p:cNvPr>
            <p:cNvSpPr txBox="1"/>
            <p:nvPr/>
          </p:nvSpPr>
          <p:spPr>
            <a:xfrm>
              <a:off x="1249845" y="2659459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3F4254"/>
                  </a:solidFill>
                  <a:latin typeface="Poppins"/>
                </a:rPr>
                <a:t>SageMaker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 모델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grpSp>
          <p:nvGrpSpPr>
            <p:cNvPr id="44" name="Drop-Down Box" descr="&lt;SmartSettings&gt;&lt;SmartResize enabled=&quot;True&quot; minWidth=&quot;18&quot; minHeight=&quot;7&quot; /&gt;&lt;/SmartSettings&gt;">
              <a:extLst>
                <a:ext uri="{FF2B5EF4-FFF2-40B4-BE49-F238E27FC236}">
                  <a16:creationId xmlns:a16="http://schemas.microsoft.com/office/drawing/2014/main" xmlns="" id="{E8C5C60B-ED19-4761-9EAD-AB13AC675DE9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1310632" y="2884615"/>
              <a:ext cx="3846620" cy="229102"/>
              <a:chOff x="595686" y="1267237"/>
              <a:chExt cx="3846620" cy="229102"/>
            </a:xfrm>
            <a:solidFill>
              <a:srgbClr val="FFFFFF"/>
            </a:solidFill>
          </p:grpSpPr>
          <p:sp>
            <p:nvSpPr>
              <p:cNvPr id="45" name="Text Box">
                <a:extLst>
                  <a:ext uri="{FF2B5EF4-FFF2-40B4-BE49-F238E27FC236}">
                    <a16:creationId xmlns:a16="http://schemas.microsoft.com/office/drawing/2014/main" xmlns="" id="{E8B7C516-E875-46E8-9B80-9AF445CAE5EF}"/>
                  </a:ext>
                </a:extLst>
              </p:cNvPr>
              <p:cNvSpPr/>
              <p:nvPr/>
            </p:nvSpPr>
            <p:spPr>
              <a:xfrm>
                <a:off x="595686" y="1267237"/>
                <a:ext cx="3846620" cy="229102"/>
              </a:xfrm>
              <a:prstGeom prst="rect">
                <a:avLst/>
              </a:prstGeom>
              <a:grpFill/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0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Select</a:t>
                </a:r>
              </a:p>
            </p:txBody>
          </p:sp>
          <p:sp>
            <p:nvSpPr>
              <p:cNvPr id="46" name="Arrow Down" descr="&lt;SmartSettings&gt;&lt;SmartResize anchorLeft=&quot;None&quot; anchorTop=&quot;Non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E345500A-D799-4D1C-92F8-AD1A7B8A04CA}"/>
                  </a:ext>
                </a:extLst>
              </p:cNvPr>
              <p:cNvSpPr>
                <a:spLocks noChangeAspect="1"/>
              </p:cNvSpPr>
              <p:nvPr>
                <p:custDataLst>
                  <p:tags r:id="rId3"/>
                </p:custDataLst>
              </p:nvPr>
            </p:nvSpPr>
            <p:spPr bwMode="auto">
              <a:xfrm flipH="1">
                <a:off x="4305127" y="1363700"/>
                <a:ext cx="64008" cy="36177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grp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xmlns="" id="{6AE4F0D3-AC9D-4998-B637-19178408106B}"/>
                </a:ext>
              </a:extLst>
            </p:cNvPr>
            <p:cNvSpPr txBox="1"/>
            <p:nvPr/>
          </p:nvSpPr>
          <p:spPr>
            <a:xfrm>
              <a:off x="1249845" y="3156935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샌드박스 이름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1B4BF398-0E8E-4159-B89B-EAAFD8B9C05A}"/>
                </a:ext>
              </a:extLst>
            </p:cNvPr>
            <p:cNvSpPr/>
            <p:nvPr/>
          </p:nvSpPr>
          <p:spPr>
            <a:xfrm>
              <a:off x="1310632" y="3374123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xmlns="" id="{0B5AF670-5A18-40D9-AEAD-0D5B9B863827}"/>
                </a:ext>
              </a:extLst>
            </p:cNvPr>
            <p:cNvSpPr txBox="1"/>
            <p:nvPr/>
          </p:nvSpPr>
          <p:spPr>
            <a:xfrm>
              <a:off x="1249845" y="3383077"/>
              <a:ext cx="171308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이름을 입력하세요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5E3D5A6F-DFF4-4D3D-B688-D05FEC217BD8}"/>
                </a:ext>
              </a:extLst>
            </p:cNvPr>
            <p:cNvSpPr txBox="1"/>
            <p:nvPr/>
          </p:nvSpPr>
          <p:spPr>
            <a:xfrm>
              <a:off x="1249845" y="3639208"/>
              <a:ext cx="96025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 err="1">
                  <a:solidFill>
                    <a:srgbClr val="3F4254"/>
                  </a:solidFill>
                  <a:latin typeface="Poppins"/>
                </a:rPr>
                <a:t>샌드박스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 </a:t>
              </a:r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설</a:t>
              </a:r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명 </a:t>
              </a:r>
              <a:r>
                <a:rPr lang="en-US" altLang="ko-KR" sz="1000" b="0" i="0" dirty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C4A0A635-5654-413E-A6E1-25C4B5501870}"/>
                </a:ext>
              </a:extLst>
            </p:cNvPr>
            <p:cNvSpPr/>
            <p:nvPr/>
          </p:nvSpPr>
          <p:spPr>
            <a:xfrm>
              <a:off x="1310632" y="3856396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xmlns="" id="{E298AA55-7C8E-4784-B3D5-C24F4AF5B209}"/>
                </a:ext>
              </a:extLst>
            </p:cNvPr>
            <p:cNvSpPr txBox="1"/>
            <p:nvPr/>
          </p:nvSpPr>
          <p:spPr>
            <a:xfrm>
              <a:off x="1249845" y="3865350"/>
              <a:ext cx="1713085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설명을 입력하세요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xmlns="" id="{DD0F659D-7DD2-41C9-9A4C-AB3A3BA6CB11}"/>
                </a:ext>
              </a:extLst>
            </p:cNvPr>
            <p:cNvSpPr txBox="1"/>
            <p:nvPr/>
          </p:nvSpPr>
          <p:spPr>
            <a:xfrm>
              <a:off x="1249845" y="4128895"/>
              <a:ext cx="1462314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3F4254"/>
                  </a:solidFill>
                  <a:latin typeface="Poppins"/>
                </a:rPr>
                <a:t>샌드박스 볼륨 </a:t>
              </a:r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용량</a:t>
              </a:r>
              <a:r>
                <a:rPr lang="en-US" altLang="ko-KR" sz="1000" dirty="0" smtClean="0">
                  <a:solidFill>
                    <a:srgbClr val="3F4254"/>
                  </a:solidFill>
                  <a:latin typeface="Poppins"/>
                </a:rPr>
                <a:t>(GB)</a:t>
              </a:r>
              <a:r>
                <a:rPr lang="ko-KR" altLang="en-US" sz="1000" dirty="0" smtClean="0">
                  <a:solidFill>
                    <a:srgbClr val="3F4254"/>
                  </a:solidFill>
                  <a:latin typeface="Poppins"/>
                </a:rPr>
                <a:t> </a:t>
              </a:r>
              <a:r>
                <a:rPr lang="en-US" altLang="ko-KR" sz="1000" b="0" i="0" dirty="0" smtClean="0">
                  <a:solidFill>
                    <a:srgbClr val="3F4254"/>
                  </a:solidFill>
                  <a:effectLst/>
                  <a:latin typeface="Poppins"/>
                </a:rPr>
                <a:t>:</a:t>
              </a:r>
              <a:endParaRPr lang="ko-KR" altLang="en-US" sz="1000" dirty="0"/>
            </a:p>
          </p:txBody>
        </p:sp>
        <p:sp>
          <p:nvSpPr>
            <p:cNvPr id="55" name="Text Box">
              <a:extLst>
                <a:ext uri="{FF2B5EF4-FFF2-40B4-BE49-F238E27FC236}">
                  <a16:creationId xmlns:a16="http://schemas.microsoft.com/office/drawing/2014/main" xmlns="" id="{135FC454-D505-4854-9CBB-CA5E0EBA1D54}"/>
                </a:ext>
              </a:extLst>
            </p:cNvPr>
            <p:cNvSpPr/>
            <p:nvPr/>
          </p:nvSpPr>
          <p:spPr>
            <a:xfrm>
              <a:off x="1310632" y="4346083"/>
              <a:ext cx="3846284" cy="22910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5E60EFB2-1426-4CC9-ADE5-CF13D71762BC}"/>
                </a:ext>
              </a:extLst>
            </p:cNvPr>
            <p:cNvSpPr txBox="1"/>
            <p:nvPr/>
          </p:nvSpPr>
          <p:spPr>
            <a:xfrm>
              <a:off x="1249845" y="4355037"/>
              <a:ext cx="2504184" cy="21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샌드박스 용량은 최소 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256GB, </a:t>
              </a:r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최대 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1TB  </a:t>
              </a:r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입니다</a:t>
              </a:r>
              <a:r>
                <a:rPr lang="en-US" altLang="ko-KR" sz="1000" dirty="0">
                  <a:solidFill>
                    <a:schemeClr val="bg1">
                      <a:lumMod val="65000"/>
                    </a:schemeClr>
                  </a:solidFill>
                  <a:latin typeface="Poppins"/>
                </a:rPr>
                <a:t> </a:t>
              </a:r>
              <a:endParaRPr lang="ko-KR" altLang="en-US" sz="10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57" name="Button">
            <a:extLst>
              <a:ext uri="{FF2B5EF4-FFF2-40B4-BE49-F238E27FC236}">
                <a16:creationId xmlns:a16="http://schemas.microsoft.com/office/drawing/2014/main" xmlns="" id="{91C790EA-1331-4B20-8BB8-79C7C903942E}"/>
              </a:ext>
            </a:extLst>
          </p:cNvPr>
          <p:cNvSpPr>
            <a:spLocks/>
          </p:cNvSpPr>
          <p:nvPr/>
        </p:nvSpPr>
        <p:spPr bwMode="auto">
          <a:xfrm>
            <a:off x="4704806" y="504726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Button">
            <a:extLst>
              <a:ext uri="{FF2B5EF4-FFF2-40B4-BE49-F238E27FC236}">
                <a16:creationId xmlns:a16="http://schemas.microsoft.com/office/drawing/2014/main" xmlns="" id="{87F14076-1AC6-42FC-AF59-F90C4FE16446}"/>
              </a:ext>
            </a:extLst>
          </p:cNvPr>
          <p:cNvSpPr>
            <a:spLocks/>
          </p:cNvSpPr>
          <p:nvPr/>
        </p:nvSpPr>
        <p:spPr bwMode="auto">
          <a:xfrm>
            <a:off x="5397533" y="504726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623F835-EC6B-4CAC-9EE9-C1CD81A62349}"/>
              </a:ext>
            </a:extLst>
          </p:cNvPr>
          <p:cNvSpPr txBox="1"/>
          <p:nvPr/>
        </p:nvSpPr>
        <p:spPr>
          <a:xfrm>
            <a:off x="8338657" y="250336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모델 설명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24338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샌드박스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 </a:t>
            </a:r>
            <a:r>
              <a:rPr lang="en-US" altLang="ko-KR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Sagemaker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신청페이지입니다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4647327" y="5046286"/>
            <a:ext cx="558987" cy="242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4341950" y="504177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259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Athena </a:t>
            </a:r>
            <a:r>
              <a:rPr lang="ko-KR" altLang="en-US" dirty="0"/>
              <a:t>쿼리 </a:t>
            </a:r>
            <a:r>
              <a:rPr lang="en-US" altLang="ko-KR" dirty="0"/>
              <a:t>(WF0011)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31204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(S3)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쿼리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(Athena)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80797C63-E24F-4833-ACD0-7EAC9FE0E064}"/>
              </a:ext>
            </a:extLst>
          </p:cNvPr>
          <p:cNvSpPr/>
          <p:nvPr/>
        </p:nvSpPr>
        <p:spPr>
          <a:xfrm>
            <a:off x="1122288" y="2577127"/>
            <a:ext cx="1909604" cy="198544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12B28875-245E-44A4-87F7-D0B56D036CD9}"/>
              </a:ext>
            </a:extLst>
          </p:cNvPr>
          <p:cNvSpPr/>
          <p:nvPr/>
        </p:nvSpPr>
        <p:spPr>
          <a:xfrm>
            <a:off x="3147551" y="2577128"/>
            <a:ext cx="4254560" cy="386156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79A27CA7-90AB-4A60-945D-B7767EA05C9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07334" y="2826820"/>
            <a:ext cx="1582970" cy="210928"/>
            <a:chOff x="595685" y="1544934"/>
            <a:chExt cx="1368148" cy="255426"/>
          </a:xfrm>
          <a:solidFill>
            <a:srgbClr val="FFFFFF"/>
          </a:solidFill>
        </p:grpSpPr>
        <p:sp>
          <p:nvSpPr>
            <p:cNvPr id="35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B0201D4-04A3-4A2D-A4F1-9510ED9EAFC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5685" y="1544935"/>
              <a:ext cx="1224684" cy="25542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DB..</a:t>
              </a:r>
            </a:p>
          </p:txBody>
        </p:sp>
        <p:sp>
          <p:nvSpPr>
            <p:cNvPr id="36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D040F09E-7820-4853-A7A4-2A16231B832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820370" y="1544934"/>
              <a:ext cx="143463" cy="25542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436EF64-AF77-4AC4-BE7D-37372593FE56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1864440" y="1650219"/>
              <a:ext cx="55322" cy="4380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1CE106A-CB3A-4FA0-B5B3-70CD1B6EBEF3}"/>
              </a:ext>
            </a:extLst>
          </p:cNvPr>
          <p:cNvSpPr txBox="1"/>
          <p:nvPr/>
        </p:nvSpPr>
        <p:spPr>
          <a:xfrm>
            <a:off x="1097445" y="2601129"/>
            <a:ext cx="1255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데이터베이스 선택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885B29CC-ACE9-48D3-8338-AC25601A4502}"/>
              </a:ext>
            </a:extLst>
          </p:cNvPr>
          <p:cNvSpPr txBox="1"/>
          <p:nvPr/>
        </p:nvSpPr>
        <p:spPr>
          <a:xfrm>
            <a:off x="1097445" y="3075319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테이블 선택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xmlns="" id="{DD4F644B-C7DC-4679-9B3A-4105FE886A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3664425"/>
            <a:ext cx="128588" cy="12858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45369391-3FFD-4463-BE5A-3F5B364FE94B}"/>
              </a:ext>
            </a:extLst>
          </p:cNvPr>
          <p:cNvSpPr txBox="1"/>
          <p:nvPr/>
        </p:nvSpPr>
        <p:spPr>
          <a:xfrm>
            <a:off x="1422183" y="3598980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1 (String)</a:t>
            </a:r>
            <a:endParaRPr lang="ko-KR" altLang="en-US" sz="1000" dirty="0"/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xmlns="" id="{16A9CBD7-79E9-4570-962F-8C3BEA4E50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3849091"/>
            <a:ext cx="128588" cy="12858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8F667DE4-E984-49FF-BE41-499A27EA5509}"/>
              </a:ext>
            </a:extLst>
          </p:cNvPr>
          <p:cNvSpPr txBox="1"/>
          <p:nvPr/>
        </p:nvSpPr>
        <p:spPr>
          <a:xfrm>
            <a:off x="1422183" y="3784048"/>
            <a:ext cx="1019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2 (Num)</a:t>
            </a:r>
            <a:endParaRPr lang="ko-KR" altLang="en-US" sz="1000" dirty="0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xmlns="" id="{CE64C204-D64D-4694-887F-6E6CF62F0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4059155"/>
            <a:ext cx="128588" cy="12858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430A95F6-52B2-4BF9-A42E-F89253FD4375}"/>
              </a:ext>
            </a:extLst>
          </p:cNvPr>
          <p:cNvSpPr txBox="1"/>
          <p:nvPr/>
        </p:nvSpPr>
        <p:spPr>
          <a:xfrm>
            <a:off x="1422183" y="3986565"/>
            <a:ext cx="1018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3 (Time)</a:t>
            </a:r>
            <a:endParaRPr lang="ko-KR" altLang="en-US" sz="1000" dirty="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xmlns="" id="{0F2FDD50-5FA8-4C0D-A790-549F06C74F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4259029"/>
            <a:ext cx="128588" cy="12858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DCF8D88D-6563-4CF1-9E53-A45C488E4BC2}"/>
              </a:ext>
            </a:extLst>
          </p:cNvPr>
          <p:cNvSpPr txBox="1"/>
          <p:nvPr/>
        </p:nvSpPr>
        <p:spPr>
          <a:xfrm>
            <a:off x="1422183" y="4188256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4 (String)</a:t>
            </a:r>
            <a:endParaRPr lang="ko-KR" altLang="en-US" sz="10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BE6B910B-362A-4F88-AABC-556EB5DBFAB2}"/>
              </a:ext>
            </a:extLst>
          </p:cNvPr>
          <p:cNvSpPr/>
          <p:nvPr/>
        </p:nvSpPr>
        <p:spPr>
          <a:xfrm>
            <a:off x="3149597" y="3764648"/>
            <a:ext cx="4252515" cy="7979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C33874D3-7D43-4866-8822-207933B1189F}"/>
              </a:ext>
            </a:extLst>
          </p:cNvPr>
          <p:cNvSpPr/>
          <p:nvPr/>
        </p:nvSpPr>
        <p:spPr>
          <a:xfrm>
            <a:off x="3154733" y="3049452"/>
            <a:ext cx="178357" cy="653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22B021EB-F1C8-4FA7-A36C-00BC7D19DBE2}"/>
              </a:ext>
            </a:extLst>
          </p:cNvPr>
          <p:cNvSpPr/>
          <p:nvPr/>
        </p:nvSpPr>
        <p:spPr>
          <a:xfrm>
            <a:off x="3327954" y="3052626"/>
            <a:ext cx="4074158" cy="216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7777BED9-D717-4B07-9772-FE8F04388A7F}"/>
              </a:ext>
            </a:extLst>
          </p:cNvPr>
          <p:cNvSpPr/>
          <p:nvPr/>
        </p:nvSpPr>
        <p:spPr>
          <a:xfrm>
            <a:off x="3149597" y="3052626"/>
            <a:ext cx="178357" cy="2161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404C84CC-012E-42C6-97E9-E7DEAB653690}"/>
              </a:ext>
            </a:extLst>
          </p:cNvPr>
          <p:cNvSpPr/>
          <p:nvPr/>
        </p:nvSpPr>
        <p:spPr>
          <a:xfrm>
            <a:off x="3149597" y="3049452"/>
            <a:ext cx="4252515" cy="65396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15C85DE6-6D87-48D9-A03C-B4BDA2E8412C}"/>
              </a:ext>
            </a:extLst>
          </p:cNvPr>
          <p:cNvSpPr txBox="1"/>
          <p:nvPr/>
        </p:nvSpPr>
        <p:spPr>
          <a:xfrm>
            <a:off x="3111176" y="302960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C06BE4E-2770-4061-9706-3793A7229496}"/>
              </a:ext>
            </a:extLst>
          </p:cNvPr>
          <p:cNvSpPr txBox="1"/>
          <p:nvPr/>
        </p:nvSpPr>
        <p:spPr>
          <a:xfrm>
            <a:off x="3298410" y="3029600"/>
            <a:ext cx="1963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SELECT</a:t>
            </a:r>
            <a:r>
              <a:rPr lang="ko-KR" altLang="en-US" sz="1000" dirty="0"/>
              <a:t> </a:t>
            </a:r>
            <a:r>
              <a:rPr lang="en-US" altLang="ko-KR" sz="1000" dirty="0"/>
              <a:t>*</a:t>
            </a:r>
            <a:r>
              <a:rPr lang="ko-KR" altLang="en-US" sz="1000" dirty="0"/>
              <a:t> </a:t>
            </a:r>
            <a:r>
              <a:rPr lang="en-US" altLang="ko-KR" sz="1000" dirty="0"/>
              <a:t>FROM</a:t>
            </a:r>
            <a:r>
              <a:rPr lang="ko-KR" altLang="en-US" sz="1000" dirty="0"/>
              <a:t> </a:t>
            </a:r>
            <a:r>
              <a:rPr lang="en-US" altLang="ko-KR" sz="1000" dirty="0"/>
              <a:t>S3_DATABASE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41D24756-013C-4364-B0E8-9A24BA05047B}"/>
              </a:ext>
            </a:extLst>
          </p:cNvPr>
          <p:cNvSpPr txBox="1"/>
          <p:nvPr/>
        </p:nvSpPr>
        <p:spPr>
          <a:xfrm>
            <a:off x="3147551" y="3787374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Results</a:t>
            </a:r>
            <a:endParaRPr lang="ko-KR" altLang="en-US" sz="1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83E7A16A-EE7D-42E7-B3A2-BEAA3600F974}"/>
              </a:ext>
            </a:extLst>
          </p:cNvPr>
          <p:cNvSpPr txBox="1"/>
          <p:nvPr/>
        </p:nvSpPr>
        <p:spPr>
          <a:xfrm>
            <a:off x="3147551" y="3986565"/>
            <a:ext cx="22092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Only</a:t>
            </a:r>
            <a:r>
              <a:rPr lang="ko-KR" altLang="en-US" sz="1000" dirty="0"/>
              <a:t> </a:t>
            </a:r>
            <a:r>
              <a:rPr lang="en-US" altLang="ko-KR" sz="1000" dirty="0"/>
              <a:t>up</a:t>
            </a:r>
            <a:r>
              <a:rPr lang="ko-KR" altLang="en-US" sz="1000" dirty="0"/>
              <a:t> </a:t>
            </a:r>
            <a:r>
              <a:rPr lang="en-US" altLang="ko-KR" sz="1000" dirty="0"/>
              <a:t>to</a:t>
            </a:r>
            <a:r>
              <a:rPr lang="ko-KR" altLang="en-US" sz="1000" dirty="0"/>
              <a:t> </a:t>
            </a:r>
            <a:r>
              <a:rPr lang="en-US" altLang="ko-KR" sz="1000" dirty="0"/>
              <a:t>100</a:t>
            </a:r>
            <a:r>
              <a:rPr lang="ko-KR" altLang="en-US" sz="1000" dirty="0"/>
              <a:t> </a:t>
            </a:r>
            <a:r>
              <a:rPr lang="en-US" altLang="ko-KR" sz="1000" dirty="0"/>
              <a:t>rows</a:t>
            </a:r>
            <a:r>
              <a:rPr lang="ko-KR" altLang="en-US" sz="1000" dirty="0"/>
              <a:t> </a:t>
            </a:r>
            <a:r>
              <a:rPr lang="en-US" altLang="ko-KR" sz="1000" dirty="0"/>
              <a:t>are</a:t>
            </a:r>
            <a:r>
              <a:rPr lang="ko-KR" altLang="en-US" sz="1000" dirty="0"/>
              <a:t> </a:t>
            </a:r>
            <a:r>
              <a:rPr lang="en-US" altLang="ko-KR" sz="1000" dirty="0"/>
              <a:t>displayed</a:t>
            </a:r>
            <a:endParaRPr lang="ko-KR" altLang="en-US" sz="10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xmlns="" id="{1C5CA547-BE24-4910-B611-8D23E25090ED}"/>
              </a:ext>
            </a:extLst>
          </p:cNvPr>
          <p:cNvSpPr/>
          <p:nvPr/>
        </p:nvSpPr>
        <p:spPr>
          <a:xfrm>
            <a:off x="1118439" y="4622871"/>
            <a:ext cx="6283671" cy="117943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38E1668D-DEB2-4F8C-A8F6-2E8EA933D8E6}"/>
              </a:ext>
            </a:extLst>
          </p:cNvPr>
          <p:cNvSpPr txBox="1"/>
          <p:nvPr/>
        </p:nvSpPr>
        <p:spPr>
          <a:xfrm>
            <a:off x="1143559" y="4653598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저장된 쿼리</a:t>
            </a:r>
          </a:p>
        </p:txBody>
      </p:sp>
      <p:sp>
        <p:nvSpPr>
          <p:cNvPr id="94" name="Button">
            <a:extLst>
              <a:ext uri="{FF2B5EF4-FFF2-40B4-BE49-F238E27FC236}">
                <a16:creationId xmlns:a16="http://schemas.microsoft.com/office/drawing/2014/main" xmlns="" id="{7407B11E-CFDB-4350-9400-166B8B04ABF4}"/>
              </a:ext>
            </a:extLst>
          </p:cNvPr>
          <p:cNvSpPr>
            <a:spLocks/>
          </p:cNvSpPr>
          <p:nvPr/>
        </p:nvSpPr>
        <p:spPr bwMode="auto">
          <a:xfrm>
            <a:off x="3263476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쿼리실행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Button">
            <a:extLst>
              <a:ext uri="{FF2B5EF4-FFF2-40B4-BE49-F238E27FC236}">
                <a16:creationId xmlns:a16="http://schemas.microsoft.com/office/drawing/2014/main" xmlns="" id="{AEBEEB92-E816-408E-9BDC-D6E1968E63B1}"/>
              </a:ext>
            </a:extLst>
          </p:cNvPr>
          <p:cNvSpPr>
            <a:spLocks/>
          </p:cNvSpPr>
          <p:nvPr/>
        </p:nvSpPr>
        <p:spPr bwMode="auto">
          <a:xfrm>
            <a:off x="3979471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Button">
            <a:extLst>
              <a:ext uri="{FF2B5EF4-FFF2-40B4-BE49-F238E27FC236}">
                <a16:creationId xmlns:a16="http://schemas.microsoft.com/office/drawing/2014/main" xmlns="" id="{AD2F2CCD-A022-4495-A0D8-FFC7BB7713CD}"/>
              </a:ext>
            </a:extLst>
          </p:cNvPr>
          <p:cNvSpPr>
            <a:spLocks/>
          </p:cNvSpPr>
          <p:nvPr/>
        </p:nvSpPr>
        <p:spPr bwMode="auto">
          <a:xfrm>
            <a:off x="4695466" y="2644995"/>
            <a:ext cx="8014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저장된 쿼리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Button">
            <a:extLst>
              <a:ext uri="{FF2B5EF4-FFF2-40B4-BE49-F238E27FC236}">
                <a16:creationId xmlns:a16="http://schemas.microsoft.com/office/drawing/2014/main" xmlns="" id="{7AB0C888-DDAF-4B94-AF6A-93F02056AEF5}"/>
              </a:ext>
            </a:extLst>
          </p:cNvPr>
          <p:cNvSpPr>
            <a:spLocks/>
          </p:cNvSpPr>
          <p:nvPr/>
        </p:nvSpPr>
        <p:spPr bwMode="auto">
          <a:xfrm>
            <a:off x="5560363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쿼리로그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2A8C9B01-86A6-4761-A55D-35A3C95D1CA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207334" y="3280069"/>
            <a:ext cx="1582970" cy="256483"/>
            <a:chOff x="595685" y="1517350"/>
            <a:chExt cx="1368148" cy="310592"/>
          </a:xfrm>
          <a:solidFill>
            <a:srgbClr val="FFFFFF"/>
          </a:solidFill>
        </p:grpSpPr>
        <p:sp>
          <p:nvSpPr>
            <p:cNvPr id="99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FBF34AF-2E36-4624-99CD-CBB2A3701AC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5685" y="1517354"/>
              <a:ext cx="1224684" cy="310588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Table..</a:t>
              </a:r>
            </a:p>
          </p:txBody>
        </p:sp>
        <p:sp>
          <p:nvSpPr>
            <p:cNvPr id="100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C9ACE98A-6A19-43F7-AD31-6534735A581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820370" y="1517350"/>
              <a:ext cx="143463" cy="3105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82CC3B5B-9C2C-47A2-9092-0066DB5B97D9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1864440" y="1650219"/>
              <a:ext cx="55322" cy="4380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xmlns="" id="{5029244F-881C-4569-A375-63BCC4ED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34410"/>
              </p:ext>
            </p:extLst>
          </p:nvPr>
        </p:nvGraphicFramePr>
        <p:xfrm>
          <a:off x="1209903" y="4836989"/>
          <a:ext cx="6079897" cy="6339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73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8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464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 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작성날짜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648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Table1 FULL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SELECT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*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S3_DATABASE</a:t>
                      </a:r>
                      <a:endParaRPr lang="ko-KR" altLang="en-US" sz="1000" dirty="0"/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3" name="Pagination">
            <a:extLst>
              <a:ext uri="{FF2B5EF4-FFF2-40B4-BE49-F238E27FC236}">
                <a16:creationId xmlns:a16="http://schemas.microsoft.com/office/drawing/2014/main" xmlns="" id="{3113C5B3-7AD8-4D22-B0CC-A43D00520F32}"/>
              </a:ext>
            </a:extLst>
          </p:cNvPr>
          <p:cNvSpPr txBox="1"/>
          <p:nvPr/>
        </p:nvSpPr>
        <p:spPr>
          <a:xfrm>
            <a:off x="3181047" y="551228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939575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데이터베이스 선택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SQL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작성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기능 제어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9914455" y="4001608"/>
            <a:ext cx="1906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Athena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간단한 쿼리 조회가 가능한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쿼리 실행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저장이 가능하며</a:t>
            </a:r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저장된 쿼리 확인 및 쿼리 로그 확인이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1189224" y="2796545"/>
            <a:ext cx="1684070" cy="17091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3233159" y="2595000"/>
            <a:ext cx="2979785" cy="333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3144461" y="3042259"/>
            <a:ext cx="4257649" cy="700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2514813" y="246423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960411" y="231139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412836" y="302382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84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Redshift </a:t>
            </a:r>
            <a:r>
              <a:rPr lang="ko-KR" altLang="en-US" dirty="0"/>
              <a:t>쿼리 </a:t>
            </a:r>
            <a:r>
              <a:rPr lang="en-US" altLang="ko-KR" dirty="0"/>
              <a:t>(WF0012)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32610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분석데이터베이스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(Redshift)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조회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80797C63-E24F-4833-ACD0-7EAC9FE0E064}"/>
              </a:ext>
            </a:extLst>
          </p:cNvPr>
          <p:cNvSpPr/>
          <p:nvPr/>
        </p:nvSpPr>
        <p:spPr>
          <a:xfrm>
            <a:off x="1122288" y="2577127"/>
            <a:ext cx="1909604" cy="1985445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12B28875-245E-44A4-87F7-D0B56D036CD9}"/>
              </a:ext>
            </a:extLst>
          </p:cNvPr>
          <p:cNvSpPr/>
          <p:nvPr/>
        </p:nvSpPr>
        <p:spPr>
          <a:xfrm>
            <a:off x="3147551" y="2577128"/>
            <a:ext cx="4254560" cy="386156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79A27CA7-90AB-4A60-945D-B7767EA05C9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207334" y="2826820"/>
            <a:ext cx="1582970" cy="210928"/>
            <a:chOff x="595685" y="1544934"/>
            <a:chExt cx="1368148" cy="255426"/>
          </a:xfrm>
          <a:solidFill>
            <a:srgbClr val="FFFFFF"/>
          </a:solidFill>
        </p:grpSpPr>
        <p:sp>
          <p:nvSpPr>
            <p:cNvPr id="35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B0201D4-04A3-4A2D-A4F1-9510ED9EAFC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5685" y="1544935"/>
              <a:ext cx="1224684" cy="255425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DB..</a:t>
              </a:r>
            </a:p>
          </p:txBody>
        </p:sp>
        <p:sp>
          <p:nvSpPr>
            <p:cNvPr id="36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D040F09E-7820-4853-A7A4-2A16231B832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820370" y="1544934"/>
              <a:ext cx="143463" cy="25542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436EF64-AF77-4AC4-BE7D-37372593FE56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1864440" y="1650219"/>
              <a:ext cx="55322" cy="4380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F1CE106A-CB3A-4FA0-B5B3-70CD1B6EBEF3}"/>
              </a:ext>
            </a:extLst>
          </p:cNvPr>
          <p:cNvSpPr txBox="1"/>
          <p:nvPr/>
        </p:nvSpPr>
        <p:spPr>
          <a:xfrm>
            <a:off x="1097445" y="2601129"/>
            <a:ext cx="1255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데이터베이스 선택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885B29CC-ACE9-48D3-8338-AC25601A4502}"/>
              </a:ext>
            </a:extLst>
          </p:cNvPr>
          <p:cNvSpPr txBox="1"/>
          <p:nvPr/>
        </p:nvSpPr>
        <p:spPr>
          <a:xfrm>
            <a:off x="1097445" y="3075319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테이블 선택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xmlns="" id="{DD4F644B-C7DC-4679-9B3A-4105FE886A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3664425"/>
            <a:ext cx="128588" cy="12858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45369391-3FFD-4463-BE5A-3F5B364FE94B}"/>
              </a:ext>
            </a:extLst>
          </p:cNvPr>
          <p:cNvSpPr txBox="1"/>
          <p:nvPr/>
        </p:nvSpPr>
        <p:spPr>
          <a:xfrm>
            <a:off x="1422183" y="3598980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1 (String)</a:t>
            </a:r>
            <a:endParaRPr lang="ko-KR" altLang="en-US" sz="1000" dirty="0"/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xmlns="" id="{16A9CBD7-79E9-4570-962F-8C3BEA4E50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3849091"/>
            <a:ext cx="128588" cy="12858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8F667DE4-E984-49FF-BE41-499A27EA5509}"/>
              </a:ext>
            </a:extLst>
          </p:cNvPr>
          <p:cNvSpPr txBox="1"/>
          <p:nvPr/>
        </p:nvSpPr>
        <p:spPr>
          <a:xfrm>
            <a:off x="1422183" y="3784048"/>
            <a:ext cx="10198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2 (Num)</a:t>
            </a:r>
            <a:endParaRPr lang="ko-KR" altLang="en-US" sz="1000" dirty="0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xmlns="" id="{CE64C204-D64D-4694-887F-6E6CF62F0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4059155"/>
            <a:ext cx="128588" cy="12858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430A95F6-52B2-4BF9-A42E-F89253FD4375}"/>
              </a:ext>
            </a:extLst>
          </p:cNvPr>
          <p:cNvSpPr txBox="1"/>
          <p:nvPr/>
        </p:nvSpPr>
        <p:spPr>
          <a:xfrm>
            <a:off x="1422183" y="3986565"/>
            <a:ext cx="10182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3 (Time)</a:t>
            </a:r>
            <a:endParaRPr lang="ko-KR" altLang="en-US" sz="1000" dirty="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xmlns="" id="{0F2FDD50-5FA8-4C0D-A790-549F06C74F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0130" y="4259029"/>
            <a:ext cx="128588" cy="12858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DCF8D88D-6563-4CF1-9E53-A45C488E4BC2}"/>
              </a:ext>
            </a:extLst>
          </p:cNvPr>
          <p:cNvSpPr txBox="1"/>
          <p:nvPr/>
        </p:nvSpPr>
        <p:spPr>
          <a:xfrm>
            <a:off x="1422183" y="4188256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Table 4 (String)</a:t>
            </a:r>
            <a:endParaRPr lang="ko-KR" altLang="en-US" sz="10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BE6B910B-362A-4F88-AABC-556EB5DBFAB2}"/>
              </a:ext>
            </a:extLst>
          </p:cNvPr>
          <p:cNvSpPr/>
          <p:nvPr/>
        </p:nvSpPr>
        <p:spPr>
          <a:xfrm>
            <a:off x="3149597" y="3764648"/>
            <a:ext cx="4252515" cy="79792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C33874D3-7D43-4866-8822-207933B1189F}"/>
              </a:ext>
            </a:extLst>
          </p:cNvPr>
          <p:cNvSpPr/>
          <p:nvPr/>
        </p:nvSpPr>
        <p:spPr>
          <a:xfrm>
            <a:off x="3154733" y="3049452"/>
            <a:ext cx="178357" cy="653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22B021EB-F1C8-4FA7-A36C-00BC7D19DBE2}"/>
              </a:ext>
            </a:extLst>
          </p:cNvPr>
          <p:cNvSpPr/>
          <p:nvPr/>
        </p:nvSpPr>
        <p:spPr>
          <a:xfrm>
            <a:off x="3327954" y="3052626"/>
            <a:ext cx="4074158" cy="216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7777BED9-D717-4B07-9772-FE8F04388A7F}"/>
              </a:ext>
            </a:extLst>
          </p:cNvPr>
          <p:cNvSpPr/>
          <p:nvPr/>
        </p:nvSpPr>
        <p:spPr>
          <a:xfrm>
            <a:off x="3149597" y="3052626"/>
            <a:ext cx="178357" cy="2161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404C84CC-012E-42C6-97E9-E7DEAB653690}"/>
              </a:ext>
            </a:extLst>
          </p:cNvPr>
          <p:cNvSpPr/>
          <p:nvPr/>
        </p:nvSpPr>
        <p:spPr>
          <a:xfrm>
            <a:off x="3149597" y="3049452"/>
            <a:ext cx="4252515" cy="65396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15C85DE6-6D87-48D9-A03C-B4BDA2E8412C}"/>
              </a:ext>
            </a:extLst>
          </p:cNvPr>
          <p:cNvSpPr txBox="1"/>
          <p:nvPr/>
        </p:nvSpPr>
        <p:spPr>
          <a:xfrm>
            <a:off x="3111176" y="3029600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9C06BE4E-2770-4061-9706-3793A7229496}"/>
              </a:ext>
            </a:extLst>
          </p:cNvPr>
          <p:cNvSpPr txBox="1"/>
          <p:nvPr/>
        </p:nvSpPr>
        <p:spPr>
          <a:xfrm>
            <a:off x="3298410" y="3029600"/>
            <a:ext cx="22958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SELECT</a:t>
            </a:r>
            <a:r>
              <a:rPr lang="ko-KR" altLang="en-US" sz="1000" dirty="0"/>
              <a:t> </a:t>
            </a:r>
            <a:r>
              <a:rPr lang="en-US" altLang="ko-KR" sz="1000" dirty="0"/>
              <a:t>*</a:t>
            </a:r>
            <a:r>
              <a:rPr lang="ko-KR" altLang="en-US" sz="1000" dirty="0"/>
              <a:t> </a:t>
            </a:r>
            <a:r>
              <a:rPr lang="en-US" altLang="ko-KR" sz="1000" dirty="0"/>
              <a:t>FROM</a:t>
            </a:r>
            <a:r>
              <a:rPr lang="ko-KR" altLang="en-US" sz="1000" dirty="0"/>
              <a:t> </a:t>
            </a:r>
            <a:r>
              <a:rPr lang="en-US" altLang="ko-KR" sz="1000" dirty="0" err="1"/>
              <a:t>Redshift_DATABASE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41D24756-013C-4364-B0E8-9A24BA05047B}"/>
              </a:ext>
            </a:extLst>
          </p:cNvPr>
          <p:cNvSpPr txBox="1"/>
          <p:nvPr/>
        </p:nvSpPr>
        <p:spPr>
          <a:xfrm>
            <a:off x="3147551" y="3787374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Results</a:t>
            </a:r>
            <a:endParaRPr lang="ko-KR" altLang="en-US" sz="1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83E7A16A-EE7D-42E7-B3A2-BEAA3600F974}"/>
              </a:ext>
            </a:extLst>
          </p:cNvPr>
          <p:cNvSpPr txBox="1"/>
          <p:nvPr/>
        </p:nvSpPr>
        <p:spPr>
          <a:xfrm>
            <a:off x="3147551" y="3986565"/>
            <a:ext cx="22092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Only</a:t>
            </a:r>
            <a:r>
              <a:rPr lang="ko-KR" altLang="en-US" sz="1000" dirty="0"/>
              <a:t> </a:t>
            </a:r>
            <a:r>
              <a:rPr lang="en-US" altLang="ko-KR" sz="1000" dirty="0"/>
              <a:t>up</a:t>
            </a:r>
            <a:r>
              <a:rPr lang="ko-KR" altLang="en-US" sz="1000" dirty="0"/>
              <a:t> </a:t>
            </a:r>
            <a:r>
              <a:rPr lang="en-US" altLang="ko-KR" sz="1000" dirty="0"/>
              <a:t>to</a:t>
            </a:r>
            <a:r>
              <a:rPr lang="ko-KR" altLang="en-US" sz="1000" dirty="0"/>
              <a:t> </a:t>
            </a:r>
            <a:r>
              <a:rPr lang="en-US" altLang="ko-KR" sz="1000" dirty="0"/>
              <a:t>100</a:t>
            </a:r>
            <a:r>
              <a:rPr lang="ko-KR" altLang="en-US" sz="1000" dirty="0"/>
              <a:t> </a:t>
            </a:r>
            <a:r>
              <a:rPr lang="en-US" altLang="ko-KR" sz="1000" dirty="0"/>
              <a:t>rows</a:t>
            </a:r>
            <a:r>
              <a:rPr lang="ko-KR" altLang="en-US" sz="1000" dirty="0"/>
              <a:t> </a:t>
            </a:r>
            <a:r>
              <a:rPr lang="en-US" altLang="ko-KR" sz="1000" dirty="0"/>
              <a:t>are</a:t>
            </a:r>
            <a:r>
              <a:rPr lang="ko-KR" altLang="en-US" sz="1000" dirty="0"/>
              <a:t> </a:t>
            </a:r>
            <a:r>
              <a:rPr lang="en-US" altLang="ko-KR" sz="1000" dirty="0"/>
              <a:t>displayed</a:t>
            </a:r>
            <a:endParaRPr lang="ko-KR" altLang="en-US" sz="10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xmlns="" id="{1C5CA547-BE24-4910-B611-8D23E25090ED}"/>
              </a:ext>
            </a:extLst>
          </p:cNvPr>
          <p:cNvSpPr/>
          <p:nvPr/>
        </p:nvSpPr>
        <p:spPr>
          <a:xfrm>
            <a:off x="1118439" y="4622871"/>
            <a:ext cx="6283671" cy="117943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38E1668D-DEB2-4F8C-A8F6-2E8EA933D8E6}"/>
              </a:ext>
            </a:extLst>
          </p:cNvPr>
          <p:cNvSpPr txBox="1"/>
          <p:nvPr/>
        </p:nvSpPr>
        <p:spPr>
          <a:xfrm>
            <a:off x="1143559" y="4653598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저장된 쿼리</a:t>
            </a:r>
          </a:p>
        </p:txBody>
      </p:sp>
      <p:sp>
        <p:nvSpPr>
          <p:cNvPr id="94" name="Button">
            <a:extLst>
              <a:ext uri="{FF2B5EF4-FFF2-40B4-BE49-F238E27FC236}">
                <a16:creationId xmlns:a16="http://schemas.microsoft.com/office/drawing/2014/main" xmlns="" id="{7407B11E-CFDB-4350-9400-166B8B04ABF4}"/>
              </a:ext>
            </a:extLst>
          </p:cNvPr>
          <p:cNvSpPr>
            <a:spLocks/>
          </p:cNvSpPr>
          <p:nvPr/>
        </p:nvSpPr>
        <p:spPr bwMode="auto">
          <a:xfrm>
            <a:off x="3263476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쿼리실행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Button">
            <a:extLst>
              <a:ext uri="{FF2B5EF4-FFF2-40B4-BE49-F238E27FC236}">
                <a16:creationId xmlns:a16="http://schemas.microsoft.com/office/drawing/2014/main" xmlns="" id="{AEBEEB92-E816-408E-9BDC-D6E1968E63B1}"/>
              </a:ext>
            </a:extLst>
          </p:cNvPr>
          <p:cNvSpPr>
            <a:spLocks/>
          </p:cNvSpPr>
          <p:nvPr/>
        </p:nvSpPr>
        <p:spPr bwMode="auto">
          <a:xfrm>
            <a:off x="3979471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Button">
            <a:extLst>
              <a:ext uri="{FF2B5EF4-FFF2-40B4-BE49-F238E27FC236}">
                <a16:creationId xmlns:a16="http://schemas.microsoft.com/office/drawing/2014/main" xmlns="" id="{AD2F2CCD-A022-4495-A0D8-FFC7BB7713CD}"/>
              </a:ext>
            </a:extLst>
          </p:cNvPr>
          <p:cNvSpPr>
            <a:spLocks/>
          </p:cNvSpPr>
          <p:nvPr/>
        </p:nvSpPr>
        <p:spPr bwMode="auto">
          <a:xfrm>
            <a:off x="4695466" y="2644995"/>
            <a:ext cx="8014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저장된 쿼리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Button">
            <a:extLst>
              <a:ext uri="{FF2B5EF4-FFF2-40B4-BE49-F238E27FC236}">
                <a16:creationId xmlns:a16="http://schemas.microsoft.com/office/drawing/2014/main" xmlns="" id="{7AB0C888-DDAF-4B94-AF6A-93F02056AEF5}"/>
              </a:ext>
            </a:extLst>
          </p:cNvPr>
          <p:cNvSpPr>
            <a:spLocks/>
          </p:cNvSpPr>
          <p:nvPr/>
        </p:nvSpPr>
        <p:spPr bwMode="auto">
          <a:xfrm>
            <a:off x="5560363" y="264499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쿼리로그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2A8C9B01-86A6-4761-A55D-35A3C95D1CA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207334" y="3280069"/>
            <a:ext cx="1582970" cy="256483"/>
            <a:chOff x="595685" y="1517350"/>
            <a:chExt cx="1368148" cy="310592"/>
          </a:xfrm>
          <a:solidFill>
            <a:srgbClr val="FFFFFF"/>
          </a:solidFill>
        </p:grpSpPr>
        <p:sp>
          <p:nvSpPr>
            <p:cNvPr id="99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FBF34AF-2E36-4624-99CD-CBB2A3701AC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5685" y="1517354"/>
              <a:ext cx="1224684" cy="310588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Table..</a:t>
              </a:r>
            </a:p>
          </p:txBody>
        </p:sp>
        <p:sp>
          <p:nvSpPr>
            <p:cNvPr id="100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C9ACE98A-6A19-43F7-AD31-6534735A581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820370" y="1517350"/>
              <a:ext cx="143463" cy="3105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82CC3B5B-9C2C-47A2-9092-0066DB5B97D9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1864440" y="1650219"/>
              <a:ext cx="55322" cy="43809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02" name="표 101">
            <a:extLst>
              <a:ext uri="{FF2B5EF4-FFF2-40B4-BE49-F238E27FC236}">
                <a16:creationId xmlns:a16="http://schemas.microsoft.com/office/drawing/2014/main" xmlns="" id="{5029244F-881C-4569-A375-63BCC4ED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116504"/>
              </p:ext>
            </p:extLst>
          </p:nvPr>
        </p:nvGraphicFramePr>
        <p:xfrm>
          <a:off x="1209903" y="4836989"/>
          <a:ext cx="6079897" cy="6339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73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4828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4648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 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작성날짜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648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Table1 FULL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쿼리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SELECT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*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Redshift_DATABASE</a:t>
                      </a:r>
                      <a:endParaRPr lang="ko-KR" altLang="en-US" sz="1000" dirty="0"/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03" name="Pagination">
            <a:extLst>
              <a:ext uri="{FF2B5EF4-FFF2-40B4-BE49-F238E27FC236}">
                <a16:creationId xmlns:a16="http://schemas.microsoft.com/office/drawing/2014/main" xmlns="" id="{3113C5B3-7AD8-4D22-B0CC-A43D00520F32}"/>
              </a:ext>
            </a:extLst>
          </p:cNvPr>
          <p:cNvSpPr txBox="1"/>
          <p:nvPr/>
        </p:nvSpPr>
        <p:spPr>
          <a:xfrm>
            <a:off x="3181047" y="551228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직사각형 52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175084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데이터베이스 선택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SQL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작성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기능 제어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9914455" y="4001608"/>
            <a:ext cx="1906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Redshift </a:t>
            </a:r>
            <a:r>
              <a:rPr lang="ko-KR" altLang="en-US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간단한 쿼리 조회가 가능한 페이지입니다</a:t>
            </a:r>
            <a:r>
              <a:rPr lang="en-US" altLang="ko-KR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쿼리 실행</a:t>
            </a:r>
            <a:r>
              <a:rPr lang="en-US" altLang="ko-KR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저장이 가능하며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저장된 쿼리 확인 및 쿼리 로그 확인이 가능합니다</a:t>
            </a:r>
            <a:r>
              <a:rPr lang="en-US" altLang="ko-KR" sz="800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189224" y="2796545"/>
            <a:ext cx="1684070" cy="17091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3233159" y="2595000"/>
            <a:ext cx="2979785" cy="333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3144461" y="3042259"/>
            <a:ext cx="4257649" cy="700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2514813" y="246423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960411" y="231139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7412836" y="302382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55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메타탐색 </a:t>
            </a:r>
            <a:r>
              <a:rPr lang="en-US" altLang="ko-KR" dirty="0"/>
              <a:t>(WF0013)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2513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메타데이터</a:t>
            </a:r>
          </a:p>
        </p:txBody>
      </p:sp>
      <p:grpSp>
        <p:nvGrpSpPr>
          <p:cNvPr id="5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ADCD341-6AB4-4F0F-85AA-7D3787E62B2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190372" y="2631372"/>
            <a:ext cx="1812664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5DD002B0-9C40-49EC-8D54-DAB1D245562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S3 or Redshift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9F2CF2F-BEF7-4A8F-9E1D-5867A0DAF884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877036" y="1363700"/>
              <a:ext cx="4831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18A42839-1BAC-4E5D-B38B-FE87D6258F2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118452" y="2631372"/>
            <a:ext cx="1949991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6" name="Text Box">
              <a:extLst>
                <a:ext uri="{FF2B5EF4-FFF2-40B4-BE49-F238E27FC236}">
                  <a16:creationId xmlns:a16="http://schemas.microsoft.com/office/drawing/2014/main" xmlns="" id="{33FC8ABD-3AD1-462A-854E-EFD45BCD92E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데이터 영역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F7D3EAA-B313-410E-AE72-987545CB35D0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1883150" y="1363700"/>
              <a:ext cx="4490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8" name="Radio Button Group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bZEtJN5trzIZ/7X6Wfpcl2WjJwFIzhUl3ldF7M8nVRVmZ4ti3brzEfhWVUv0qbzwSg9O16tUurzjgPooYhnQriPGV7/bbwYIINHiL71KpsV1ZN121bLz+tqvXo9z1Z5k9bxj2lg+VUaf2eLuhm/zsGP+Uw+kq49pCOI4ynO0614j+OzpttbB9wASDx376bHs1l6DppOld3iLbs0G9N7z7NJXm59xN2n0n/z6CMQMgbhDAJ0XOcZMwX/8lkUrGm39dFHo3T3/s4QwA28RVMQ4cYtA/n3f+Ne3QQdbcffLWbtnIDu7ezc1BRgqeXARL2pXrc1sdTWjV166KWffDY00LH/R497zVPn7bpepm29ziPd/pL+R3lpZNx/BhhIoZ9n9NLN4L0/f8km0b+siln6tGhWVZNvDUs0hGKICX5X0TA3S9YQcW33kWHdqNX8xsFI8bAiioEPaaJalWkRY9ytavLTpEnSJl/O8nokDH9cXzRpPkyytr6+kSLMrq/QB8H2lRWNr6/BYuTpdoLnFw8x6DevZkOsoyrWPANsjedDVa55NnSBZ6CLr1Yzmv1ndbXAlG9tbVn1eUcm/A5rib7V6j6k4r/I3tJUrmszn6Rs04JImzdtVZOKyc7JZ0ibeXVFM3F3XswwIQ3jsRl2SGhljK2e03ZCvYy/aKo3dfG6pVGNF/h9nQ/pQTwRxTTwceSj82KZlWWcCbsf4fkiq2m45fgVDYCE86RafMmy1eGkGL7DGg7PNGun83Tr9N00ZxuX5u9u1kiQsefVxQU0fF1X9dZHz7KipHlqq3TNbCGMryY3ZbaR+RqTxaQu+hrI+9X9cZd443GzXpANvj4KPzb+G3kGaTt3ikDZYtwBcrcPxegv8SkHpPtReiaKMJuUntHpEGUAT/PVG8Jvkb0rFusF6d/FhNCuzkWu0ol4JWmx5GFcoG8PeQs9MgA8dhAEoyUgLbHKO28sDfsFPRn8WghP51mdEY3rxlIddgZfZcFovkH8oUKe58sLdnB2d/ojMQCMex03cbbV86JpH3vwZZqPfCUnH7mwTFX5wJtbfQWnzsKA7veNl/01Gh7gifkD86IZy0jp36h6RRABzez62nJ9RYTvvZjj87xt0qt5TvOvoieiQqyxhlJLyeeuSD+TMsjSwPcWRfDR+7CHkFIirZ5Nu5FUF3mb/mLjAm6YYjIAFGKnR+nOYXoY0ZhRpKwz2LDTnDrv+Ua8pOGTdVHOYNcmymLBxxHGwgOjfyvrPmBJSHLzDCq/x8p9AkEpbaDa1/NYmslYBZrIvcErwUNtSSzIm3heLPMBgvTa+j6R2n03NUMWPW62+x8qL1Fng8HSEL+wn9zxmpR1oEZv5hpQ73e91dzjEUyjJJNev/f9tCSywkKg//HrVUmpB/Ch/f4Xpx/9vvXvuySbTT/53+VH6S8ZKaPyCxoaj19Uyzw+QQjh2xR+C5mKJdmMOqegoaB+CspaiZ/3i9YF+XnxITOShmc++2yQaTYMmIMCBPKv8qb4QX66hDWf0cCHwsKhAKH7ER4an8zq3YwyFRjTgFMKo7kFE1dQz6RpivQxWbt2Pv6iWAajHHWN+B1q/Mkn7y9vyl6ATV1yF98rvr9RjG6jFqIm1n8wbRjdjSr3G4lKLFYbupNhvxfAboQD8n2NgABPPGPhP7HhUKbJm42N/Ud1FR5izlf5gkwVicdsvZxlYL9hFr2akx8fRJWDpvKWnPv+TCv4Pid14Y/+/RR396P3jbcGFUZ7qyzVRhMQSRvhiWByQkqzvtm+3OCvva5qctgyEv+GfXV118i2Z82U7CU0RFXDEZlcw58r6vTx9OhNtXp8d3qUXmblOginbI83ePQNBdJmyEDhyfVP5jV9kpXPK4o6iZW22KVmBjtSrG6miYZ3gLg1o5jvgvoSn1q+2h1Jekj+2ru9Y2QsOwMh674iTl+ssjp/U4nzvIcPoxH2h84Q3PUiK4nRGnaor0xsS6pHosKCUmepW1LqB7m2lxtmhacjEh5Eo5KbZ8NxaP87dvYc2M+i+U7zbDDe72OLfY6azvPpW2exTAgn3w7qkwBCUU/L/INAlFiB2AghDiMk3vjN9YopOJi5YoBohdSV5Ft+4S/0plLVNoHY7XzxqmpZGtm1Oqcv4wjhYa2IN79qixKrle0LWrfzQ0sAiYV8728F/CQMJ0XOYLWwIONQ/9x+foMv4gGIp9395wbHI8qO/nPD+3gCT3CXPcHPvFHKZG3y+fznFv3h8bRi6nd2s2dkHo7Cp9lSk5CvFdSASYw9N9LOPLccEx4rKe8pJMfrVj7YyPKxR3qz79/YbdASXfMfX5Jl/ZpdQ+pY0k5YQQ1JV+x5D8Li8TUgVj6F0pu84NjT55mhuGvo2eBbdx/42j+/mQJ272eTJ5xd/fnAEoj9nlTvPnRWnsMR+FmcFc/R+P/ArNyy2WDYFnveg2Dghc5Y32Nm8AwvyL0P3W9Bhhua3PD1rQh4C8INDtf5ETeNeQOmg9kLPOx1FM1PUny0IQA3D8+sb7TE7yWvz1db8uHP/Exo32xTX5Y2Nd2QjMRzA13dmG4Ssq+dWboBA00OBGt3Jj1AuQDKUhQcGWxJIFqtsKYzqajZ4gZxGQj4fRrexC9DINw0fk0I3uxuXlHAQyT6IntLfvO6zpUFRsJKabacCafYBTBqYmhGySKs6NbFqsybG2Q0khbuceBtgoFbyLGodW8aqEt/Um4XDCgUOxNpIF3vA8ONMw3E7qYstXk64k5ZyHPkJh028kkovsjjhI3wwc/8zM3d4el190nw0XeLGS1TPO6h8In/iTT6Oj0C07DDb+fFxbwNe9RW7gNt9HV79PMYCtz74D2Bd0AFaZbB8d3CPN+C/fHcXu36z4RWTd/eou3XN9cbjSAvqAjiX9/gxBRN36p9Q5pm0xIC/FOkwnprTYGBIB2gqtb7O9QRo5RSUoNruub5EKL/rjdTHU88U2+e261RkHnCuvzJl1+cvpvmvKya5u9un8BGdu55dXGR1+PTuq7qrY+eZQVWLchoFzbDnP7inV9Cf1J2fjnNJcPc5JgYatgIG9BCb/5ulFJ6DzHQ1h0OYoZN5fDYb1oVuSEtLsv5WLpYmsViGgry4bEU49dIhvfXOjtLbu+9PH/zwtmNC9hmbbXfpo9uGS6S6aebF0JvRnE73Y1Z8PfJwxPxn65XtOQFMotQC3fFmzMiskzgaQBdN4iPcnzi2Qjb16AIdhwFAb05F7xByW3MY97k9kcwsYuqm8IJPLdQvJ0sbYw9bpmx5fbDziJj/r0oq3SfW+V9bzE2PMRaL01gcjNndZ+e93Yb9kLDW4wST9eXGQL/vO9P3dBMvaxPbocHnpsHhq63b+6amt3KG8cTSj4HSu8xPb4isJb/Bj3gvNyb1UD3YWHsdHTzCpH/3JJr8dxKCszzHnDxRAZya6XSfd6zazyqKuIR4Xsoiu7zXiQzz9fAH0+gWN6XcbtPN/y7Bfe+h5bpPp3Q7+dS6XSfG4f9s6CDuk+gk7yUzdeD5qkKF41s1lHeON5fR3UfiHq34/fTWd3nawoMnq8loOb5gH7xRAjxtXVe9/lA1PCIIhzIcH2ATuw+HzQF5vkGxovH16EfLGjdx0scbdSpnrR9gE7tPp201Wc3d/5eOvZrK7fug8B5ZmJ5DpjrPE8vCxNC6xdTG/V9M93244xeoEkTdmPWx8/4+NkeyfR8Q1N5U26q9/3PWsfjr1YzsgXPKA2DdeYtzjR8Y6ywOQp8n/TnpucWi5g3PbdaprzN8w2psXB9uEe8D7Qt/jO4sOpY/5tgvg+cow94/QNe/WCu+EBuuMXcsBn/kAn6muT5Gq99jVe+9gR8TcL/7Ind4FQ6a/N1ZvE9afoezd+j6XvP0nvOzi1o995icMvh3aLZLZrcmkC3JMw3x6bDpHUe0W3I+kGrjkNf3Ui2G8h1m8HdyDgD+P3cr6hl5GP3F6bewNf+SfK1ZRFtYFGs/2G49LOx+Q2LZq/yRXUJx3+O2LNpBT1e5/sGV84uK1pBl66eh/HN1je1UHaU7t5+pvr+7Q91aQyPZCNinf6cLDPdnPx/SnJ5izTUjQm8D4LjZ8ZuB2fTJAlHxqfh6+H3tGhWVbMZqw069NYayDw3zOomjVTz4IcEvy/3wyrKPF9b+b6/0mryVnTW44Y06LTOzz/7yJsNRlim5KO7R2mxbNpsOc2/ruY6IYtU30JTnVd1ulWQ3BebNYfTDofU9IiW+Onn9vbt9dcmrVR8/0YuvFkmjtutYsAadf58r4n7bk0cmddMKMxeIxqvOifbyEilE8bqa0zUlJi4iSj2R+mZkCOblJ3EYoS4BtrZ8WoF6UlFF0coYVpyN51V79u94q9+3eqNIDesb0TeWU9oxSCSNuthOuphYj7xE2mGFLfnznZeNGMhHv07wIPcKCSb99fGl+LLhpteGciq39bdUpIKAM8m3poiF3mb/mLjtfnDHFCON6FgB/01MXBE+3oIODP89RDwpuD2CKgsTKqqTM8apkE+e5/+419sMKE9co1/smgK0iPpZ5+lXxTTumqq83b85fl5McVaUp2Pv2iqN3XxuiVMxwv8vh5izAFr2XwNPGMIppdZuc7T3+P2eJKqvFXbZxsSwe87mU1bF8uLFMnsH8ZMwh9iOn3VFmUz/jxvOY1+c/L0G5wsOP48N7TatLxo5xS5fJG989Q1UJKvbkgNyAzrTI9frydCza2d0TDEqMkwT4c8r3vkGUlf70GlTbqE/Iy6LmaOC6rXMoDbmxp9E+sgRAhgO4Aaa43CaA1qazXIIEUwUfaNDVOhnX/0Lv2I1u/aYRxykhuGijZjkqe6bb5btPOtj959dOc2HVj4vGx32kzZVuc00USDd0PjUN4fQGzTBLHza53JW08Ke+icxEkpkkkrTuM0w0T2vYCvHfzeJn20KXi5lQeHZ0AV8ECcZ/KzMI5bpZ5v41Xi2TAKz1n65kdxs6rFE/N0Y+3eU+EwP3eWUD0NcnsOHxLi9Bf+wvR37X8B8X5vEqrUMzRNVJBi370zJlu8YPAbswxWvwHGe3shUFXvjXGcKpt1G56hkd5ydJsWpqPcgOeN6zOuFAf+1F/pxy/5fwCvoEtV0mEAAA==&lt;/Code&gt;&lt;CodeSignature&gt;YkMES0p7GrhYRI3c2LvXC3B50ehcnyp29xu1K6Vj95RmkzmusXliGjPMB+Ilf7pDOBySkxJ1SxhuUarFxLqI1LFDTkfNKwHE5+QMWEnKMv3GF2gDeK3oF/i+4SdE67QQ7tmJxc5wZUmwcUPUleQbqABCFfZcIJKHQ0BLaC/wF4fMUnfcimSlXKmwtAwJUNjPe8pUObB0CZFAjhRjXczx3l/fOkQODN/vciGd0aOVvUFeqUaMLZh3bnAKetvOrpCcTPPFjU63YrJIwI9FUFZaB37bZkgPJHhyDQZIHN1QeXtB9KdUZEGm8usmpqyS5s+YHfXxDX4vTSGkCYGqTRmYHA==&lt;/CodeSignature&gt;&lt;/SmartOptions&gt;&lt;SmartResize enabled=&quot;True&quot; minWidth=&quot;0&quot; minHeight=&quot;0&quot; /&gt;&lt;/SmartSettings&gt;">
            <a:extLst>
              <a:ext uri="{FF2B5EF4-FFF2-40B4-BE49-F238E27FC236}">
                <a16:creationId xmlns:a16="http://schemas.microsoft.com/office/drawing/2014/main" xmlns="" id="{7C2291BA-0FC9-4316-83BF-39006D73610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399181" y="2559909"/>
            <a:ext cx="627331" cy="420196"/>
            <a:chOff x="595686" y="1261242"/>
            <a:chExt cx="627331" cy="420196"/>
          </a:xfrm>
        </p:grpSpPr>
        <p:sp>
          <p:nvSpPr>
            <p:cNvPr id="69" name="Circle">
              <a:extLst>
                <a:ext uri="{FF2B5EF4-FFF2-40B4-BE49-F238E27FC236}">
                  <a16:creationId xmlns:a16="http://schemas.microsoft.com/office/drawing/2014/main" xmlns="" id="{DCBDAA2F-D92D-4C30-A7BF-91E0D9EF2D8B}"/>
                </a:ext>
              </a:extLst>
            </p:cNvPr>
            <p:cNvSpPr/>
            <p:nvPr/>
          </p:nvSpPr>
          <p:spPr>
            <a:xfrm>
              <a:off x="595686" y="130075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Check">
              <a:extLst>
                <a:ext uri="{FF2B5EF4-FFF2-40B4-BE49-F238E27FC236}">
                  <a16:creationId xmlns:a16="http://schemas.microsoft.com/office/drawing/2014/main" xmlns="" id="{B6EEFD89-2933-4190-B6A0-8B819FC0F577}"/>
                </a:ext>
              </a:extLst>
            </p:cNvPr>
            <p:cNvSpPr/>
            <p:nvPr/>
          </p:nvSpPr>
          <p:spPr>
            <a:xfrm>
              <a:off x="632992" y="133805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Label">
              <a:extLst>
                <a:ext uri="{FF2B5EF4-FFF2-40B4-BE49-F238E27FC236}">
                  <a16:creationId xmlns:a16="http://schemas.microsoft.com/office/drawing/2014/main" xmlns="" id="{E6F4F04C-F9DF-4A62-B32F-BC12E9826AAE}"/>
                </a:ext>
              </a:extLst>
            </p:cNvPr>
            <p:cNvSpPr txBox="1"/>
            <p:nvPr/>
          </p:nvSpPr>
          <p:spPr>
            <a:xfrm>
              <a:off x="729036" y="1261242"/>
              <a:ext cx="493981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테이블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Circle">
              <a:extLst>
                <a:ext uri="{FF2B5EF4-FFF2-40B4-BE49-F238E27FC236}">
                  <a16:creationId xmlns:a16="http://schemas.microsoft.com/office/drawing/2014/main" xmlns="" id="{933C99B8-A151-490C-A0C4-A9076CD0AF23}"/>
                </a:ext>
              </a:extLst>
            </p:cNvPr>
            <p:cNvSpPr/>
            <p:nvPr/>
          </p:nvSpPr>
          <p:spPr>
            <a:xfrm>
              <a:off x="595686" y="15085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Check" hidden="1">
              <a:extLst>
                <a:ext uri="{FF2B5EF4-FFF2-40B4-BE49-F238E27FC236}">
                  <a16:creationId xmlns:a16="http://schemas.microsoft.com/office/drawing/2014/main" xmlns="" id="{0CBDDB1C-20CD-4840-A9CB-AB8FB6BE5DAD}"/>
                </a:ext>
              </a:extLst>
            </p:cNvPr>
            <p:cNvSpPr/>
            <p:nvPr/>
          </p:nvSpPr>
          <p:spPr>
            <a:xfrm>
              <a:off x="632992" y="154588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Label">
              <a:extLst>
                <a:ext uri="{FF2B5EF4-FFF2-40B4-BE49-F238E27FC236}">
                  <a16:creationId xmlns:a16="http://schemas.microsoft.com/office/drawing/2014/main" xmlns="" id="{3F435810-36C2-4F24-B5C9-227E99D534B5}"/>
                </a:ext>
              </a:extLst>
            </p:cNvPr>
            <p:cNvSpPr txBox="1"/>
            <p:nvPr/>
          </p:nvSpPr>
          <p:spPr>
            <a:xfrm>
              <a:off x="729036" y="1469072"/>
              <a:ext cx="378565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컬럼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1" name="Button">
            <a:extLst>
              <a:ext uri="{FF2B5EF4-FFF2-40B4-BE49-F238E27FC236}">
                <a16:creationId xmlns:a16="http://schemas.microsoft.com/office/drawing/2014/main" xmlns="" id="{248F5474-521A-4D12-8571-B5258A315F19}"/>
              </a:ext>
            </a:extLst>
          </p:cNvPr>
          <p:cNvSpPr>
            <a:spLocks/>
          </p:cNvSpPr>
          <p:nvPr/>
        </p:nvSpPr>
        <p:spPr bwMode="auto">
          <a:xfrm>
            <a:off x="6357251" y="262170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Button">
            <a:extLst>
              <a:ext uri="{FF2B5EF4-FFF2-40B4-BE49-F238E27FC236}">
                <a16:creationId xmlns:a16="http://schemas.microsoft.com/office/drawing/2014/main" xmlns="" id="{9ADA7E55-020D-429B-AE5E-5903EE7737DE}"/>
              </a:ext>
            </a:extLst>
          </p:cNvPr>
          <p:cNvSpPr>
            <a:spLocks/>
          </p:cNvSpPr>
          <p:nvPr/>
        </p:nvSpPr>
        <p:spPr bwMode="auto">
          <a:xfrm>
            <a:off x="6888538" y="2621706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초기화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xmlns="" id="{6B05B1C5-214A-4590-B17D-DD799E2D9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999525"/>
              </p:ext>
            </p:extLst>
          </p:nvPr>
        </p:nvGraphicFramePr>
        <p:xfrm>
          <a:off x="1098336" y="3033806"/>
          <a:ext cx="6430091" cy="14081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919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87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6538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03118">
                  <a:extLst>
                    <a:ext uri="{9D8B030D-6E8A-4147-A177-3AD203B41FA5}">
                      <a16:colId xmlns:a16="http://schemas.microsoft.com/office/drawing/2014/main" xmlns="" val="25354853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  <a:gridCol w="1443759">
                  <a:extLst>
                    <a:ext uri="{9D8B030D-6E8A-4147-A177-3AD203B41FA5}">
                      <a16:colId xmlns:a16="http://schemas.microsoft.com/office/drawing/2014/main" xmlns="" val="1865855596"/>
                    </a:ext>
                  </a:extLst>
                </a:gridCol>
                <a:gridCol w="490318">
                  <a:extLst>
                    <a:ext uri="{9D8B030D-6E8A-4147-A177-3AD203B41FA5}">
                      <a16:colId xmlns:a16="http://schemas.microsoft.com/office/drawing/2014/main" xmlns="" val="97125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오브젝트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변경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여부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ddm_row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cust_age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연령대별 분류 원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ddm_train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recomm</a:t>
                      </a:r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추천서비스 학습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8" name="Pagination">
            <a:extLst>
              <a:ext uri="{FF2B5EF4-FFF2-40B4-BE49-F238E27FC236}">
                <a16:creationId xmlns:a16="http://schemas.microsoft.com/office/drawing/2014/main" xmlns="" id="{77E70725-4CD7-4A3F-9294-0287F3D4E416}"/>
              </a:ext>
            </a:extLst>
          </p:cNvPr>
          <p:cNvSpPr txBox="1"/>
          <p:nvPr/>
        </p:nvSpPr>
        <p:spPr>
          <a:xfrm>
            <a:off x="3239546" y="4700012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11" name="Scrollbar" descr="&lt;SmartSettings&gt;&lt;SmartResize enabled=&quot;True&quot; minWidth=&quot;60&quot; minHeight=&quot;7&quot; /&gt;&lt;/SmartSettings&gt;">
            <a:extLst>
              <a:ext uri="{FF2B5EF4-FFF2-40B4-BE49-F238E27FC236}">
                <a16:creationId xmlns:a16="http://schemas.microsoft.com/office/drawing/2014/main" xmlns="" id="{AB4C5FC0-EB48-4039-B966-6B426CFD8FA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119966" y="4480717"/>
            <a:ext cx="6407567" cy="144017"/>
            <a:chOff x="595686" y="3155457"/>
            <a:chExt cx="2304356" cy="144017"/>
          </a:xfrm>
          <a:solidFill>
            <a:srgbClr val="FFFFFF"/>
          </a:solidFill>
        </p:grpSpPr>
        <p:sp>
          <p:nvSpPr>
            <p:cNvPr id="113" name="Track">
              <a:extLst>
                <a:ext uri="{FF2B5EF4-FFF2-40B4-BE49-F238E27FC236}">
                  <a16:creationId xmlns:a16="http://schemas.microsoft.com/office/drawing/2014/main" xmlns="" id="{F82AD328-B703-4487-9DF2-5BD80BD3A992}"/>
                </a:ext>
              </a:extLst>
            </p:cNvPr>
            <p:cNvSpPr/>
            <p:nvPr/>
          </p:nvSpPr>
          <p:spPr>
            <a:xfrm>
              <a:off x="595686" y="3155457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F2D1D2A-A6D0-4807-B610-342305D19A8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54329" y="3186130"/>
              <a:ext cx="2045357" cy="82671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Chevr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15DB674E-6D51-4D1F-84F9-C43D21A6EFB5}"/>
                </a:ext>
              </a:extLst>
            </p:cNvPr>
            <p:cNvSpPr>
              <a:spLocks noChangeAspect="1"/>
            </p:cNvSpPr>
            <p:nvPr>
              <p:custDataLst>
                <p:tags r:id="rId7"/>
              </p:custDataLst>
            </p:nvPr>
          </p:nvSpPr>
          <p:spPr bwMode="auto">
            <a:xfrm rot="5400000" flipH="1">
              <a:off x="591497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Chevr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EC899EE-FFFB-46DC-81D8-1C9D11EB0F80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 bwMode="auto">
            <a:xfrm rot="16200000" flipH="1">
              <a:off x="2841364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7" name="Button">
            <a:extLst>
              <a:ext uri="{FF2B5EF4-FFF2-40B4-BE49-F238E27FC236}">
                <a16:creationId xmlns:a16="http://schemas.microsoft.com/office/drawing/2014/main" xmlns="" id="{FED5E4B4-DF52-4380-83F4-3B16089CB34B}"/>
              </a:ext>
            </a:extLst>
          </p:cNvPr>
          <p:cNvSpPr>
            <a:spLocks/>
          </p:cNvSpPr>
          <p:nvPr/>
        </p:nvSpPr>
        <p:spPr bwMode="auto">
          <a:xfrm>
            <a:off x="7124504" y="3616896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Button">
            <a:extLst>
              <a:ext uri="{FF2B5EF4-FFF2-40B4-BE49-F238E27FC236}">
                <a16:creationId xmlns:a16="http://schemas.microsoft.com/office/drawing/2014/main" xmlns="" id="{DF2A2520-F051-448E-9565-FC87AF03A04F}"/>
              </a:ext>
            </a:extLst>
          </p:cNvPr>
          <p:cNvSpPr>
            <a:spLocks/>
          </p:cNvSpPr>
          <p:nvPr/>
        </p:nvSpPr>
        <p:spPr bwMode="auto">
          <a:xfrm>
            <a:off x="7124504" y="4075450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5655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메타데이터 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메타 데이터 목록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6244281" y="2615154"/>
            <a:ext cx="1268763" cy="254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6231251" y="233097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552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메타이력 </a:t>
            </a:r>
            <a:r>
              <a:rPr lang="en-US" altLang="ko-KR" dirty="0"/>
              <a:t>(WF0014)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2996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메타데이터 이력</a:t>
            </a:r>
          </a:p>
        </p:txBody>
      </p:sp>
      <p:grpSp>
        <p:nvGrpSpPr>
          <p:cNvPr id="5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ADCD341-6AB4-4F0F-85AA-7D3787E62B2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190372" y="2657804"/>
            <a:ext cx="1812664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5DD002B0-9C40-49EC-8D54-DAB1D245562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소스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9F2CF2F-BEF7-4A8F-9E1D-5867A0DAF884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877036" y="1363700"/>
              <a:ext cx="4831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18A42839-1BAC-4E5D-B38B-FE87D6258F2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189049" y="2657804"/>
            <a:ext cx="1949991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6" name="Text Box">
              <a:extLst>
                <a:ext uri="{FF2B5EF4-FFF2-40B4-BE49-F238E27FC236}">
                  <a16:creationId xmlns:a16="http://schemas.microsoft.com/office/drawing/2014/main" xmlns="" id="{33FC8ABD-3AD1-462A-854E-EFD45BCD92E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스키마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F7D3EAA-B313-410E-AE72-987545CB35D0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1883150" y="1363700"/>
              <a:ext cx="4490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xmlns="" id="{6B05B1C5-214A-4590-B17D-DD799E2D9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689211"/>
              </p:ext>
            </p:extLst>
          </p:nvPr>
        </p:nvGraphicFramePr>
        <p:xfrm>
          <a:off x="1098336" y="3828988"/>
          <a:ext cx="6430089" cy="14081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499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2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86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7572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8828">
                  <a:extLst>
                    <a:ext uri="{9D8B030D-6E8A-4147-A177-3AD203B41FA5}">
                      <a16:colId xmlns:a16="http://schemas.microsoft.com/office/drawing/2014/main" xmlns="" val="25354853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186585559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97125291"/>
                    </a:ext>
                  </a:extLst>
                </a:gridCol>
                <a:gridCol w="998085">
                  <a:extLst>
                    <a:ext uri="{9D8B030D-6E8A-4147-A177-3AD203B41FA5}">
                      <a16:colId xmlns:a16="http://schemas.microsoft.com/office/drawing/2014/main" xmlns="" val="2118886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오브젝트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변경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여부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변경시간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ddm_row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cust_age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연령대별 분류 원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2022.01.21 18..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ddm_train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recomm</a:t>
                      </a:r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추천서비스 학습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2022.01.21 18..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8" name="Pagination">
            <a:extLst>
              <a:ext uri="{FF2B5EF4-FFF2-40B4-BE49-F238E27FC236}">
                <a16:creationId xmlns:a16="http://schemas.microsoft.com/office/drawing/2014/main" xmlns="" id="{77E70725-4CD7-4A3F-9294-0287F3D4E416}"/>
              </a:ext>
            </a:extLst>
          </p:cNvPr>
          <p:cNvSpPr txBox="1"/>
          <p:nvPr/>
        </p:nvSpPr>
        <p:spPr>
          <a:xfrm>
            <a:off x="3239546" y="549519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11" name="Scrollbar" descr="&lt;SmartSettings&gt;&lt;SmartResize enabled=&quot;True&quot; minWidth=&quot;60&quot; minHeight=&quot;7&quot; /&gt;&lt;/SmartSettings&gt;">
            <a:extLst>
              <a:ext uri="{FF2B5EF4-FFF2-40B4-BE49-F238E27FC236}">
                <a16:creationId xmlns:a16="http://schemas.microsoft.com/office/drawing/2014/main" xmlns="" id="{AB4C5FC0-EB48-4039-B966-6B426CFD8FA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119966" y="5275899"/>
            <a:ext cx="6407567" cy="144017"/>
            <a:chOff x="595686" y="3155457"/>
            <a:chExt cx="2304356" cy="144017"/>
          </a:xfrm>
          <a:solidFill>
            <a:srgbClr val="FFFFFF"/>
          </a:solidFill>
        </p:grpSpPr>
        <p:sp>
          <p:nvSpPr>
            <p:cNvPr id="113" name="Track">
              <a:extLst>
                <a:ext uri="{FF2B5EF4-FFF2-40B4-BE49-F238E27FC236}">
                  <a16:creationId xmlns:a16="http://schemas.microsoft.com/office/drawing/2014/main" xmlns="" id="{F82AD328-B703-4487-9DF2-5BD80BD3A992}"/>
                </a:ext>
              </a:extLst>
            </p:cNvPr>
            <p:cNvSpPr/>
            <p:nvPr/>
          </p:nvSpPr>
          <p:spPr>
            <a:xfrm>
              <a:off x="595686" y="3155457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F2D1D2A-A6D0-4807-B610-342305D19A8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54329" y="3186130"/>
              <a:ext cx="2045357" cy="82671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Chevr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15DB674E-6D51-4D1F-84F9-C43D21A6EFB5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rot="5400000" flipH="1">
              <a:off x="591497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Chevr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EC899EE-FFFB-46DC-81D8-1C9D11EB0F80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auto">
            <a:xfrm rot="16200000" flipH="1">
              <a:off x="2841364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7" name="Button">
            <a:extLst>
              <a:ext uri="{FF2B5EF4-FFF2-40B4-BE49-F238E27FC236}">
                <a16:creationId xmlns:a16="http://schemas.microsoft.com/office/drawing/2014/main" xmlns="" id="{FED5E4B4-DF52-4380-83F4-3B16089CB34B}"/>
              </a:ext>
            </a:extLst>
          </p:cNvPr>
          <p:cNvSpPr>
            <a:spLocks/>
          </p:cNvSpPr>
          <p:nvPr/>
        </p:nvSpPr>
        <p:spPr bwMode="auto">
          <a:xfrm>
            <a:off x="6162802" y="4412078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Button">
            <a:extLst>
              <a:ext uri="{FF2B5EF4-FFF2-40B4-BE49-F238E27FC236}">
                <a16:creationId xmlns:a16="http://schemas.microsoft.com/office/drawing/2014/main" xmlns="" id="{DF2A2520-F051-448E-9565-FC87AF03A04F}"/>
              </a:ext>
            </a:extLst>
          </p:cNvPr>
          <p:cNvSpPr>
            <a:spLocks/>
          </p:cNvSpPr>
          <p:nvPr/>
        </p:nvSpPr>
        <p:spPr bwMode="auto">
          <a:xfrm>
            <a:off x="6162802" y="4870632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9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C6D12AE-0936-401F-A812-D374D78F8F1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25055" y="2657804"/>
            <a:ext cx="2146396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40" name="Text Box">
              <a:extLst>
                <a:ext uri="{FF2B5EF4-FFF2-40B4-BE49-F238E27FC236}">
                  <a16:creationId xmlns:a16="http://schemas.microsoft.com/office/drawing/2014/main" xmlns="" id="{5558333E-B159-45A0-8620-DA40BA3C8ADA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테이블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D84753C-D1D3-452E-A9CC-6B48F3763661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890533" y="1363700"/>
              <a:ext cx="4079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3DDAF365-43D3-4805-B119-0BCC859EC2B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190372" y="3018867"/>
            <a:ext cx="1812664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67" name="Text Box">
              <a:extLst>
                <a:ext uri="{FF2B5EF4-FFF2-40B4-BE49-F238E27FC236}">
                  <a16:creationId xmlns:a16="http://schemas.microsoft.com/office/drawing/2014/main" xmlns="" id="{8713AEF8-BBE7-450A-87EF-922F3606897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오브젝트 타입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6E64937-6F36-41D8-A026-5C8647A84336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877036" y="1363700"/>
              <a:ext cx="4831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98124A54-35CF-4C98-BD74-CB87AC2F39C9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189049" y="3018867"/>
            <a:ext cx="1949991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74" name="Text Box">
              <a:extLst>
                <a:ext uri="{FF2B5EF4-FFF2-40B4-BE49-F238E27FC236}">
                  <a16:creationId xmlns:a16="http://schemas.microsoft.com/office/drawing/2014/main" xmlns="" id="{055A33C7-C649-4AD2-88EA-7F83EFCC5446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변경이력 구분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EE664902-8C30-403B-90C5-B3571992B9BE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883150" y="1363700"/>
              <a:ext cx="4490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072E486-E6F6-41CF-B46A-23E052FADC43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325054" y="3014899"/>
            <a:ext cx="1035146" cy="241092"/>
            <a:chOff x="928688" y="1261242"/>
            <a:chExt cx="1035146" cy="241092"/>
          </a:xfrm>
        </p:grpSpPr>
        <p:sp>
          <p:nvSpPr>
            <p:cNvPr id="77" name="Text Box">
              <a:extLst>
                <a:ext uri="{FF2B5EF4-FFF2-40B4-BE49-F238E27FC236}">
                  <a16:creationId xmlns:a16="http://schemas.microsoft.com/office/drawing/2014/main" xmlns="" id="{9FD4C2B8-0190-419A-B4C1-BC2CCBCA6A2F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7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12FEB577-37AD-4CB7-A07D-65E029B879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69D6733E-245A-4CBA-97F5-704274BF1A08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436304" y="3014899"/>
            <a:ext cx="1035146" cy="241092"/>
            <a:chOff x="928688" y="1261242"/>
            <a:chExt cx="1035146" cy="241092"/>
          </a:xfrm>
        </p:grpSpPr>
        <p:sp>
          <p:nvSpPr>
            <p:cNvPr id="80" name="Text Box">
              <a:extLst>
                <a:ext uri="{FF2B5EF4-FFF2-40B4-BE49-F238E27FC236}">
                  <a16:creationId xmlns:a16="http://schemas.microsoft.com/office/drawing/2014/main" xmlns="" id="{7ACAF13E-EBFA-4A1B-A2B3-8B225B485C9B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8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AE6A1932-DC33-4E50-ABE9-F7B5544F23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2" name="Button">
            <a:extLst>
              <a:ext uri="{FF2B5EF4-FFF2-40B4-BE49-F238E27FC236}">
                <a16:creationId xmlns:a16="http://schemas.microsoft.com/office/drawing/2014/main" xmlns="" id="{06756010-F8B4-40F6-8902-4E14C9B7C1A7}"/>
              </a:ext>
            </a:extLst>
          </p:cNvPr>
          <p:cNvSpPr>
            <a:spLocks/>
          </p:cNvSpPr>
          <p:nvPr/>
        </p:nvSpPr>
        <p:spPr bwMode="auto">
          <a:xfrm>
            <a:off x="6246847" y="3401992"/>
            <a:ext cx="122460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이력정보 조회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직사각형 46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487864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이력정보 조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회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9914455" y="4001608"/>
            <a:ext cx="1906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메타데이터 이력을 조회할 수 있는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6162802" y="3371993"/>
            <a:ext cx="1364731" cy="271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5844000" y="3386268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417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메타추적 </a:t>
            </a:r>
            <a:r>
              <a:rPr lang="en-US" altLang="ko-KR" dirty="0"/>
              <a:t>(WF0015)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2996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데이터레이크 메타데이터 추적</a:t>
            </a:r>
          </a:p>
        </p:txBody>
      </p:sp>
      <p:grpSp>
        <p:nvGrpSpPr>
          <p:cNvPr id="5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ADCD341-6AB4-4F0F-85AA-7D3787E62B2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190372" y="2657804"/>
            <a:ext cx="1812664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5DD002B0-9C40-49EC-8D54-DAB1D245562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소스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9F2CF2F-BEF7-4A8F-9E1D-5867A0DAF884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877036" y="1363700"/>
              <a:ext cx="4831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18A42839-1BAC-4E5D-B38B-FE87D6258F2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189049" y="2657804"/>
            <a:ext cx="1949991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6" name="Text Box">
              <a:extLst>
                <a:ext uri="{FF2B5EF4-FFF2-40B4-BE49-F238E27FC236}">
                  <a16:creationId xmlns:a16="http://schemas.microsoft.com/office/drawing/2014/main" xmlns="" id="{33FC8ABD-3AD1-462A-854E-EFD45BCD92E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스키마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F7D3EAA-B313-410E-AE72-987545CB35D0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1883150" y="1363700"/>
              <a:ext cx="4490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xmlns="" id="{6B05B1C5-214A-4590-B17D-DD799E2D9169}"/>
              </a:ext>
            </a:extLst>
          </p:cNvPr>
          <p:cNvGraphicFramePr>
            <a:graphicFrameLocks noGrp="1"/>
          </p:cNvGraphicFramePr>
          <p:nvPr/>
        </p:nvGraphicFramePr>
        <p:xfrm>
          <a:off x="1098336" y="3828988"/>
          <a:ext cx="6430089" cy="14081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5499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29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864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7572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8828">
                  <a:extLst>
                    <a:ext uri="{9D8B030D-6E8A-4147-A177-3AD203B41FA5}">
                      <a16:colId xmlns:a16="http://schemas.microsoft.com/office/drawing/2014/main" xmlns="" val="25354853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  <a:gridCol w="586740">
                  <a:extLst>
                    <a:ext uri="{9D8B030D-6E8A-4147-A177-3AD203B41FA5}">
                      <a16:colId xmlns:a16="http://schemas.microsoft.com/office/drawing/2014/main" xmlns="" val="186585559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xmlns="" val="97125291"/>
                    </a:ext>
                  </a:extLst>
                </a:gridCol>
                <a:gridCol w="998085">
                  <a:extLst>
                    <a:ext uri="{9D8B030D-6E8A-4147-A177-3AD203B41FA5}">
                      <a16:colId xmlns:a16="http://schemas.microsoft.com/office/drawing/2014/main" xmlns="" val="21188862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소스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테이블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오브젝트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컬럼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변경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여부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변경시간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ddm_row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cust_age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연령대별 분류 원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2022.01.21 18..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ddm_train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recomm</a:t>
                      </a:r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추천서비스 학습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…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FILE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2022.01.21 18..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08" name="Pagination">
            <a:extLst>
              <a:ext uri="{FF2B5EF4-FFF2-40B4-BE49-F238E27FC236}">
                <a16:creationId xmlns:a16="http://schemas.microsoft.com/office/drawing/2014/main" xmlns="" id="{77E70725-4CD7-4A3F-9294-0287F3D4E416}"/>
              </a:ext>
            </a:extLst>
          </p:cNvPr>
          <p:cNvSpPr txBox="1"/>
          <p:nvPr/>
        </p:nvSpPr>
        <p:spPr>
          <a:xfrm>
            <a:off x="3239546" y="549519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111" name="Scrollbar" descr="&lt;SmartSettings&gt;&lt;SmartResize enabled=&quot;True&quot; minWidth=&quot;60&quot; minHeight=&quot;7&quot; /&gt;&lt;/SmartSettings&gt;">
            <a:extLst>
              <a:ext uri="{FF2B5EF4-FFF2-40B4-BE49-F238E27FC236}">
                <a16:creationId xmlns:a16="http://schemas.microsoft.com/office/drawing/2014/main" xmlns="" id="{AB4C5FC0-EB48-4039-B966-6B426CFD8FA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119966" y="5275899"/>
            <a:ext cx="6407567" cy="144017"/>
            <a:chOff x="595686" y="3155457"/>
            <a:chExt cx="2304356" cy="144017"/>
          </a:xfrm>
          <a:solidFill>
            <a:srgbClr val="FFFFFF"/>
          </a:solidFill>
        </p:grpSpPr>
        <p:sp>
          <p:nvSpPr>
            <p:cNvPr id="113" name="Track">
              <a:extLst>
                <a:ext uri="{FF2B5EF4-FFF2-40B4-BE49-F238E27FC236}">
                  <a16:creationId xmlns:a16="http://schemas.microsoft.com/office/drawing/2014/main" xmlns="" id="{F82AD328-B703-4487-9DF2-5BD80BD3A992}"/>
                </a:ext>
              </a:extLst>
            </p:cNvPr>
            <p:cNvSpPr/>
            <p:nvPr/>
          </p:nvSpPr>
          <p:spPr>
            <a:xfrm>
              <a:off x="595686" y="3155457"/>
              <a:ext cx="2304356" cy="144017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croll Thumb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F2D1D2A-A6D0-4807-B610-342305D19A8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54329" y="3186130"/>
              <a:ext cx="2045357" cy="82671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Chevr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15DB674E-6D51-4D1F-84F9-C43D21A6EFB5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rot="5400000" flipH="1">
              <a:off x="591497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Chevr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EC899EE-FFFB-46DC-81D8-1C9D11EB0F80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auto">
            <a:xfrm rot="16200000" flipH="1">
              <a:off x="2841364" y="3220960"/>
              <a:ext cx="64008" cy="13010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7" name="Button">
            <a:extLst>
              <a:ext uri="{FF2B5EF4-FFF2-40B4-BE49-F238E27FC236}">
                <a16:creationId xmlns:a16="http://schemas.microsoft.com/office/drawing/2014/main" xmlns="" id="{FED5E4B4-DF52-4380-83F4-3B16089CB34B}"/>
              </a:ext>
            </a:extLst>
          </p:cNvPr>
          <p:cNvSpPr>
            <a:spLocks/>
          </p:cNvSpPr>
          <p:nvPr/>
        </p:nvSpPr>
        <p:spPr bwMode="auto">
          <a:xfrm>
            <a:off x="6162802" y="4412078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Button">
            <a:extLst>
              <a:ext uri="{FF2B5EF4-FFF2-40B4-BE49-F238E27FC236}">
                <a16:creationId xmlns:a16="http://schemas.microsoft.com/office/drawing/2014/main" xmlns="" id="{DF2A2520-F051-448E-9565-FC87AF03A04F}"/>
              </a:ext>
            </a:extLst>
          </p:cNvPr>
          <p:cNvSpPr>
            <a:spLocks/>
          </p:cNvSpPr>
          <p:nvPr/>
        </p:nvSpPr>
        <p:spPr bwMode="auto">
          <a:xfrm>
            <a:off x="6162802" y="4870632"/>
            <a:ext cx="260816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9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C6D12AE-0936-401F-A812-D374D78F8F1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25055" y="2657804"/>
            <a:ext cx="2146396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40" name="Text Box">
              <a:extLst>
                <a:ext uri="{FF2B5EF4-FFF2-40B4-BE49-F238E27FC236}">
                  <a16:creationId xmlns:a16="http://schemas.microsoft.com/office/drawing/2014/main" xmlns="" id="{5558333E-B159-45A0-8620-DA40BA3C8ADA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테이블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D84753C-D1D3-452E-A9CC-6B48F3763661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890533" y="1363700"/>
              <a:ext cx="4079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3DDAF365-43D3-4805-B119-0BCC859EC2B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190372" y="3018867"/>
            <a:ext cx="1812664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67" name="Text Box">
              <a:extLst>
                <a:ext uri="{FF2B5EF4-FFF2-40B4-BE49-F238E27FC236}">
                  <a16:creationId xmlns:a16="http://schemas.microsoft.com/office/drawing/2014/main" xmlns="" id="{8713AEF8-BBE7-450A-87EF-922F3606897D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오브젝트 타입 선택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6E64937-6F36-41D8-A026-5C8647A84336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877036" y="1363700"/>
              <a:ext cx="4831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072E486-E6F6-41CF-B46A-23E052FADC43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325054" y="3014899"/>
            <a:ext cx="1035146" cy="241092"/>
            <a:chOff x="928688" y="1261242"/>
            <a:chExt cx="1035146" cy="241092"/>
          </a:xfrm>
        </p:grpSpPr>
        <p:sp>
          <p:nvSpPr>
            <p:cNvPr id="77" name="Text Box">
              <a:extLst>
                <a:ext uri="{FF2B5EF4-FFF2-40B4-BE49-F238E27FC236}">
                  <a16:creationId xmlns:a16="http://schemas.microsoft.com/office/drawing/2014/main" xmlns="" id="{9FD4C2B8-0190-419A-B4C1-BC2CCBCA6A2F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7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12FEB577-37AD-4CB7-A07D-65E029B879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69D6733E-245A-4CBA-97F5-704274BF1A0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436304" y="3014899"/>
            <a:ext cx="1035146" cy="241092"/>
            <a:chOff x="928688" y="1261242"/>
            <a:chExt cx="1035146" cy="241092"/>
          </a:xfrm>
        </p:grpSpPr>
        <p:sp>
          <p:nvSpPr>
            <p:cNvPr id="80" name="Text Box">
              <a:extLst>
                <a:ext uri="{FF2B5EF4-FFF2-40B4-BE49-F238E27FC236}">
                  <a16:creationId xmlns:a16="http://schemas.microsoft.com/office/drawing/2014/main" xmlns="" id="{7ACAF13E-EBFA-4A1B-A2B3-8B225B485C9B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8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AE6A1932-DC33-4E50-ABE9-F7B5544F23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2" name="Button">
            <a:extLst>
              <a:ext uri="{FF2B5EF4-FFF2-40B4-BE49-F238E27FC236}">
                <a16:creationId xmlns:a16="http://schemas.microsoft.com/office/drawing/2014/main" xmlns="" id="{06756010-F8B4-40F6-8902-4E14C9B7C1A7}"/>
              </a:ext>
            </a:extLst>
          </p:cNvPr>
          <p:cNvSpPr>
            <a:spLocks/>
          </p:cNvSpPr>
          <p:nvPr/>
        </p:nvSpPr>
        <p:spPr bwMode="auto">
          <a:xfrm>
            <a:off x="6246847" y="3401992"/>
            <a:ext cx="122460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6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583344C2-03FE-4B29-B05B-518E6EC6903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174827" y="3035975"/>
            <a:ext cx="1981683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47" name="Text Box">
              <a:extLst>
                <a:ext uri="{FF2B5EF4-FFF2-40B4-BE49-F238E27FC236}">
                  <a16:creationId xmlns:a16="http://schemas.microsoft.com/office/drawing/2014/main" xmlns="" id="{876B7297-458D-4EC8-ADED-C121206DB3AB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48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E9E31974-9D39-4FE8-B502-9280F84D80B9}"/>
                </a:ext>
              </a:extLst>
            </p:cNvPr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48283" y="1313395"/>
              <a:ext cx="98821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F7025D76-0B76-42F2-B4AD-B45C9D133E5E}"/>
              </a:ext>
            </a:extLst>
          </p:cNvPr>
          <p:cNvSpPr txBox="1"/>
          <p:nvPr/>
        </p:nvSpPr>
        <p:spPr>
          <a:xfrm rot="20696192">
            <a:off x="2210530" y="4393590"/>
            <a:ext cx="428675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solidFill>
                  <a:schemeClr val="accent1">
                    <a:lumMod val="50000"/>
                  </a:schemeClr>
                </a:solidFill>
              </a:rPr>
              <a:t>매핑정의서를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 통한 검색 가능 범위 확인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직사각형 50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6057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페이지 미정</a:t>
            </a:r>
            <a:endParaRPr lang="en-US" altLang="ko-KR" sz="800" dirty="0" smtClean="0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732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매핑 업로드 </a:t>
            </a:r>
            <a:r>
              <a:rPr lang="en-US" altLang="ko-KR" dirty="0"/>
              <a:t>(WF0016)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매핑정의서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업로드</a:t>
            </a:r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 Box">
            <a:extLst>
              <a:ext uri="{FF2B5EF4-FFF2-40B4-BE49-F238E27FC236}">
                <a16:creationId xmlns:a16="http://schemas.microsoft.com/office/drawing/2014/main" xmlns="" id="{9A347470-61C1-4E53-BC58-3C64399A3198}"/>
              </a:ext>
            </a:extLst>
          </p:cNvPr>
          <p:cNvSpPr/>
          <p:nvPr/>
        </p:nvSpPr>
        <p:spPr>
          <a:xfrm>
            <a:off x="1297351" y="3740851"/>
            <a:ext cx="4185761" cy="24109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 Box</a:t>
            </a:r>
          </a:p>
        </p:txBody>
      </p:sp>
      <p:sp>
        <p:nvSpPr>
          <p:cNvPr id="22" name="Button">
            <a:extLst>
              <a:ext uri="{FF2B5EF4-FFF2-40B4-BE49-F238E27FC236}">
                <a16:creationId xmlns:a16="http://schemas.microsoft.com/office/drawing/2014/main" xmlns="" id="{AD37ED43-794A-4D2E-A0A1-62E77B85FB44}"/>
              </a:ext>
            </a:extLst>
          </p:cNvPr>
          <p:cNvSpPr>
            <a:spLocks/>
          </p:cNvSpPr>
          <p:nvPr/>
        </p:nvSpPr>
        <p:spPr bwMode="auto">
          <a:xfrm>
            <a:off x="5665698" y="3740400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파일선택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Button">
            <a:extLst>
              <a:ext uri="{FF2B5EF4-FFF2-40B4-BE49-F238E27FC236}">
                <a16:creationId xmlns:a16="http://schemas.microsoft.com/office/drawing/2014/main" xmlns="" id="{97A5F2E7-F8BB-44ED-AA81-33AC9B02358E}"/>
              </a:ext>
            </a:extLst>
          </p:cNvPr>
          <p:cNvSpPr>
            <a:spLocks/>
          </p:cNvSpPr>
          <p:nvPr/>
        </p:nvSpPr>
        <p:spPr bwMode="auto">
          <a:xfrm>
            <a:off x="6440711" y="3740400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업로드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xmlns="" id="{26720767-66AD-48C2-9183-595639956341}"/>
              </a:ext>
            </a:extLst>
          </p:cNvPr>
          <p:cNvSpPr/>
          <p:nvPr/>
        </p:nvSpPr>
        <p:spPr>
          <a:xfrm>
            <a:off x="1338745" y="2621000"/>
            <a:ext cx="5643150" cy="96774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xmlns="" id="{99E5479D-A719-4329-A0EB-E07415B4A3C5}"/>
              </a:ext>
            </a:extLst>
          </p:cNvPr>
          <p:cNvGrpSpPr/>
          <p:nvPr/>
        </p:nvGrpSpPr>
        <p:grpSpPr>
          <a:xfrm>
            <a:off x="3837673" y="2757852"/>
            <a:ext cx="426258" cy="502508"/>
            <a:chOff x="4305762" y="4617721"/>
            <a:chExt cx="426258" cy="502508"/>
          </a:xfrm>
        </p:grpSpPr>
        <p:sp>
          <p:nvSpPr>
            <p:cNvPr id="4" name="사각형: 모서리가 접힌 도형 3">
              <a:extLst>
                <a:ext uri="{FF2B5EF4-FFF2-40B4-BE49-F238E27FC236}">
                  <a16:creationId xmlns:a16="http://schemas.microsoft.com/office/drawing/2014/main" xmlns="" id="{3BA54381-EFDE-4533-B246-94D72A99557E}"/>
                </a:ext>
              </a:extLst>
            </p:cNvPr>
            <p:cNvSpPr/>
            <p:nvPr/>
          </p:nvSpPr>
          <p:spPr>
            <a:xfrm>
              <a:off x="4305762" y="4617721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모서리가 접힌 도형 27">
              <a:extLst>
                <a:ext uri="{FF2B5EF4-FFF2-40B4-BE49-F238E27FC236}">
                  <a16:creationId xmlns:a16="http://schemas.microsoft.com/office/drawing/2014/main" xmlns="" id="{8AB1E673-DB8E-4512-9891-5216B1A5C1E8}"/>
                </a:ext>
              </a:extLst>
            </p:cNvPr>
            <p:cNvSpPr/>
            <p:nvPr/>
          </p:nvSpPr>
          <p:spPr>
            <a:xfrm>
              <a:off x="4381962" y="4702271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모서리가 접힌 도형 28">
              <a:extLst>
                <a:ext uri="{FF2B5EF4-FFF2-40B4-BE49-F238E27FC236}">
                  <a16:creationId xmlns:a16="http://schemas.microsoft.com/office/drawing/2014/main" xmlns="" id="{F5A78716-F685-4636-8933-4E2DBCB39A31}"/>
                </a:ext>
              </a:extLst>
            </p:cNvPr>
            <p:cNvSpPr/>
            <p:nvPr/>
          </p:nvSpPr>
          <p:spPr>
            <a:xfrm>
              <a:off x="4458162" y="4792569"/>
              <a:ext cx="273858" cy="327660"/>
            </a:xfrm>
            <a:prstGeom prst="foldedCorner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Arrow Cursor">
            <a:extLst>
              <a:ext uri="{FF2B5EF4-FFF2-40B4-BE49-F238E27FC236}">
                <a16:creationId xmlns:a16="http://schemas.microsoft.com/office/drawing/2014/main" xmlns="" id="{45FBC255-5EE0-4AFF-B1DD-AE3AAAF6F2DD}"/>
              </a:ext>
            </a:extLst>
          </p:cNvPr>
          <p:cNvSpPr>
            <a:spLocks noChangeAspect="1"/>
          </p:cNvSpPr>
          <p:nvPr/>
        </p:nvSpPr>
        <p:spPr bwMode="auto">
          <a:xfrm>
            <a:off x="4160320" y="3103356"/>
            <a:ext cx="262040" cy="409575"/>
          </a:xfrm>
          <a:custGeom>
            <a:avLst/>
            <a:gdLst>
              <a:gd name="T0" fmla="*/ 379 w 495"/>
              <a:gd name="T1" fmla="*/ 721 h 773"/>
              <a:gd name="T2" fmla="*/ 269 w 495"/>
              <a:gd name="T3" fmla="*/ 494 h 773"/>
              <a:gd name="T4" fmla="*/ 495 w 495"/>
              <a:gd name="T5" fmla="*/ 494 h 773"/>
              <a:gd name="T6" fmla="*/ 0 w 495"/>
              <a:gd name="T7" fmla="*/ 0 h 773"/>
              <a:gd name="T8" fmla="*/ 0 w 495"/>
              <a:gd name="T9" fmla="*/ 702 h 773"/>
              <a:gd name="T10" fmla="*/ 166 w 495"/>
              <a:gd name="T11" fmla="*/ 536 h 773"/>
              <a:gd name="T12" fmla="*/ 282 w 495"/>
              <a:gd name="T13" fmla="*/ 773 h 773"/>
              <a:gd name="T14" fmla="*/ 379 w 495"/>
              <a:gd name="T15" fmla="*/ 721 h 7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5" h="773">
                <a:moveTo>
                  <a:pt x="379" y="721"/>
                </a:moveTo>
                <a:lnTo>
                  <a:pt x="269" y="494"/>
                </a:lnTo>
                <a:lnTo>
                  <a:pt x="495" y="494"/>
                </a:lnTo>
                <a:lnTo>
                  <a:pt x="0" y="0"/>
                </a:lnTo>
                <a:lnTo>
                  <a:pt x="0" y="702"/>
                </a:lnTo>
                <a:lnTo>
                  <a:pt x="166" y="536"/>
                </a:lnTo>
                <a:lnTo>
                  <a:pt x="282" y="773"/>
                </a:lnTo>
                <a:lnTo>
                  <a:pt x="379" y="721"/>
                </a:ln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333333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xmlns="" id="{0EF410C6-D3AC-4A91-A8D0-03536FDD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585890"/>
              </p:ext>
            </p:extLst>
          </p:nvPr>
        </p:nvGraphicFramePr>
        <p:xfrm>
          <a:off x="1173644" y="4446801"/>
          <a:ext cx="6080594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414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385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488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1823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smtClean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이력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ec_ops_to_s3.xls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ec_s3_to_rs.xls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13:10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9EC890E1-9776-4F04-BF3A-8286B9FFD96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330357" y="4524554"/>
            <a:ext cx="131556" cy="131556"/>
            <a:chOff x="554563" y="2632644"/>
            <a:chExt cx="131556" cy="131556"/>
          </a:xfrm>
        </p:grpSpPr>
        <p:sp>
          <p:nvSpPr>
            <p:cNvPr id="33" name="Box">
              <a:extLst>
                <a:ext uri="{FF2B5EF4-FFF2-40B4-BE49-F238E27FC236}">
                  <a16:creationId xmlns:a16="http://schemas.microsoft.com/office/drawing/2014/main" xmlns="" id="{61796622-F49F-4010-8864-4A8F9CB9B3D6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Check">
              <a:extLst>
                <a:ext uri="{FF2B5EF4-FFF2-40B4-BE49-F238E27FC236}">
                  <a16:creationId xmlns:a16="http://schemas.microsoft.com/office/drawing/2014/main" xmlns="" id="{29C31D6A-E01D-485C-868F-F7E714E663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048BE9B9-6EF5-4FCE-A434-C11FBF2E090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330357" y="4866474"/>
            <a:ext cx="131556" cy="131556"/>
            <a:chOff x="554563" y="2632644"/>
            <a:chExt cx="131556" cy="131556"/>
          </a:xfrm>
        </p:grpSpPr>
        <p:sp>
          <p:nvSpPr>
            <p:cNvPr id="37" name="Box">
              <a:extLst>
                <a:ext uri="{FF2B5EF4-FFF2-40B4-BE49-F238E27FC236}">
                  <a16:creationId xmlns:a16="http://schemas.microsoft.com/office/drawing/2014/main" xmlns="" id="{8631AF20-711E-4DE4-8C7B-32AAAF4176F5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Check">
              <a:extLst>
                <a:ext uri="{FF2B5EF4-FFF2-40B4-BE49-F238E27FC236}">
                  <a16:creationId xmlns:a16="http://schemas.microsoft.com/office/drawing/2014/main" xmlns="" id="{F47313AB-E742-4C09-97BD-339F961B22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CAC57E81-2A17-40A8-93D4-1FB5BD4611B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330357" y="5191095"/>
            <a:ext cx="131556" cy="131556"/>
            <a:chOff x="554563" y="2632644"/>
            <a:chExt cx="131556" cy="131556"/>
          </a:xfrm>
        </p:grpSpPr>
        <p:sp>
          <p:nvSpPr>
            <p:cNvPr id="40" name="Box">
              <a:extLst>
                <a:ext uri="{FF2B5EF4-FFF2-40B4-BE49-F238E27FC236}">
                  <a16:creationId xmlns:a16="http://schemas.microsoft.com/office/drawing/2014/main" xmlns="" id="{C92B66E5-7B4D-4528-B9A9-B6D35B372EBF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xmlns="" id="{D046EE01-8606-4924-9030-A94528250F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5" name="Button">
            <a:extLst>
              <a:ext uri="{FF2B5EF4-FFF2-40B4-BE49-F238E27FC236}">
                <a16:creationId xmlns:a16="http://schemas.microsoft.com/office/drawing/2014/main" xmlns="" id="{F166C76F-9D9A-4A25-869E-FAB4B6DECAC7}"/>
              </a:ext>
            </a:extLst>
          </p:cNvPr>
          <p:cNvSpPr>
            <a:spLocks/>
          </p:cNvSpPr>
          <p:nvPr/>
        </p:nvSpPr>
        <p:spPr bwMode="auto">
          <a:xfrm>
            <a:off x="6720898" y="481125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적용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Button">
            <a:extLst>
              <a:ext uri="{FF2B5EF4-FFF2-40B4-BE49-F238E27FC236}">
                <a16:creationId xmlns:a16="http://schemas.microsoft.com/office/drawing/2014/main" xmlns="" id="{0369C0A9-FAE0-485F-A6EF-6FD545E0341A}"/>
              </a:ext>
            </a:extLst>
          </p:cNvPr>
          <p:cNvSpPr>
            <a:spLocks/>
          </p:cNvSpPr>
          <p:nvPr/>
        </p:nvSpPr>
        <p:spPr bwMode="auto">
          <a:xfrm>
            <a:off x="6720898" y="511579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적용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D95436E-5612-47BC-BB7E-C101CB7DD7C0}"/>
              </a:ext>
            </a:extLst>
          </p:cNvPr>
          <p:cNvSpPr txBox="1"/>
          <p:nvPr/>
        </p:nvSpPr>
        <p:spPr>
          <a:xfrm>
            <a:off x="1105065" y="4096655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2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업로드된</a:t>
            </a:r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2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매핑정의서</a:t>
            </a:r>
            <a:endParaRPr lang="ko-KR" alt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FBF196-7B53-4100-B7A8-D6AEE31B5DC6}"/>
              </a:ext>
            </a:extLst>
          </p:cNvPr>
          <p:cNvSpPr txBox="1"/>
          <p:nvPr/>
        </p:nvSpPr>
        <p:spPr>
          <a:xfrm>
            <a:off x="4397091" y="2293261"/>
            <a:ext cx="16401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u="sng" err="1"/>
              <a:t>매핑정의서</a:t>
            </a:r>
            <a:r>
              <a:rPr lang="ko-KR" altLang="en-US" sz="1000" b="1" u="sng" dirty="0"/>
              <a:t> 업로드가이드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7AEF9430-7030-4281-B6A0-633A59154997}"/>
              </a:ext>
            </a:extLst>
          </p:cNvPr>
          <p:cNvSpPr txBox="1"/>
          <p:nvPr/>
        </p:nvSpPr>
        <p:spPr>
          <a:xfrm>
            <a:off x="6037284" y="2293261"/>
            <a:ext cx="11272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u="sng" dirty="0" err="1"/>
              <a:t>매핑정의서</a:t>
            </a:r>
            <a:r>
              <a:rPr lang="ko-KR" altLang="en-US" sz="1000" b="1" u="sng" dirty="0"/>
              <a:t> 양식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7944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파일 업로드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적용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9914455" y="4001608"/>
            <a:ext cx="1906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매핑정의서를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업로드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매핑정의서를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업로드하여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사용자가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매핑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데이터를 확인하고 원하는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매핑정의서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파일로 적용이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629453" y="3696937"/>
            <a:ext cx="1377653" cy="349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655543" y="4744061"/>
            <a:ext cx="598696" cy="7152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7071549" y="369693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314887" y="472503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024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메타수정안내 </a:t>
            </a:r>
            <a:r>
              <a:rPr lang="en-US" altLang="ko-KR" dirty="0"/>
              <a:t>(WF0027)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5E7D4CE4-50EC-4E09-9DAB-A17E6DAA1C0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5071129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A056088-6729-499D-9923-FB0DC1E548B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796227"/>
              <a:ext cx="6668461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772BCCB-164E-4C4A-BFF6-DEE625F10CD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5D2E301-9241-4C82-84FD-2C67F8C3E9B4}"/>
                </a:ext>
              </a:extLst>
            </p:cNvPr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6951335" y="1568802"/>
              <a:ext cx="196229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376F9EB-A389-43D7-BE7F-8F5E2DC753A9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6986838" y="1332489"/>
              <a:ext cx="129427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D85B51C-B8D4-4ECC-A6EC-1004E4229D6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783006" y="1506286"/>
              <a:ext cx="50517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AD6134AB-04FB-4B34-982D-6DC9E214EA58}"/>
                </a:ext>
              </a:extLst>
            </p:cNvPr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883108" y="1558483"/>
              <a:ext cx="123166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D490217A-FAE5-48D9-A9DF-DABE5908D8C9}"/>
                </a:ext>
              </a:extLst>
            </p:cNvPr>
            <p:cNvGrpSpPr/>
            <p:nvPr/>
          </p:nvGrpSpPr>
          <p:grpSpPr>
            <a:xfrm>
              <a:off x="761260" y="1538639"/>
              <a:ext cx="843367" cy="173038"/>
              <a:chOff x="761260" y="1538639"/>
              <a:chExt cx="843367" cy="173038"/>
            </a:xfrm>
          </p:grpSpPr>
          <p:sp>
            <p:nvSpPr>
              <p:cNvPr id="11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54292CC4-D356-47DC-BF08-7E2C3333E06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761260" y="1564833"/>
                <a:ext cx="200404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AF88E870-1E46-4101-A11C-93F57DB859D7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078565" y="1564833"/>
                <a:ext cx="200404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1D8EB14A-63C0-4272-A03E-7E399611E5FE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395873" y="1538639"/>
                <a:ext cx="208754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D810770-2AFB-4087-B701-C1C972102CF7}"/>
              </a:ext>
            </a:extLst>
          </p:cNvPr>
          <p:cNvSpPr txBox="1"/>
          <p:nvPr/>
        </p:nvSpPr>
        <p:spPr>
          <a:xfrm>
            <a:off x="1105065" y="2164808"/>
            <a:ext cx="2658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메타데이터 수정 주의 사항</a:t>
            </a:r>
          </a:p>
        </p:txBody>
      </p:sp>
      <p:sp>
        <p:nvSpPr>
          <p:cNvPr id="53" name="Text Area">
            <a:extLst>
              <a:ext uri="{FF2B5EF4-FFF2-40B4-BE49-F238E27FC236}">
                <a16:creationId xmlns:a16="http://schemas.microsoft.com/office/drawing/2014/main" xmlns="" id="{B967ABFB-F51E-4944-BF06-25EA432440B0}"/>
              </a:ext>
            </a:extLst>
          </p:cNvPr>
          <p:cNvSpPr/>
          <p:nvPr/>
        </p:nvSpPr>
        <p:spPr>
          <a:xfrm>
            <a:off x="1198292" y="2618011"/>
            <a:ext cx="4755711" cy="1891167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메타데이터는 검색할 수 있는 자산에 대한 추가 정보입니다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기존 메타데이터를 편집하거나 기존 필드에 새 메타데이터 속성을 추가할 수 있습니다 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예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메타데이터 필드가 비어 있는 경우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endParaRPr lang="en-US" altLang="ko-KR" sz="9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데이터 분석은 제어되고 안정적인 메타데이터 어휘가 필요하므로 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DDM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분석포탈에서는 메타데이터 속성을 추가하거나 수정하는 경우에는 모두가 약속하는 기준을 준수하여야 합니다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 </a:t>
            </a:r>
            <a:endParaRPr lang="en-US" sz="9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3C990A1-4ED2-4E3D-9E60-9461E3F31182}"/>
              </a:ext>
            </a:extLst>
          </p:cNvPr>
          <p:cNvSpPr txBox="1"/>
          <p:nvPr/>
        </p:nvSpPr>
        <p:spPr>
          <a:xfrm>
            <a:off x="1173645" y="4509178"/>
            <a:ext cx="2188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최근 수정 일시 </a:t>
            </a:r>
            <a:r>
              <a:rPr lang="en-US" altLang="ko-KR" sz="1000" dirty="0"/>
              <a:t>: 2022-02-01 18:00</a:t>
            </a:r>
            <a:endParaRPr lang="ko-KR" altLang="en-US" sz="1000" dirty="0"/>
          </a:p>
        </p:txBody>
      </p:sp>
      <p:sp>
        <p:nvSpPr>
          <p:cNvPr id="17" name="직사각형 16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6057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메타데이터 수정 안내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모달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영역 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439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업무지원</a:t>
            </a:r>
            <a:r>
              <a:rPr lang="en-US" altLang="ko-KR" dirty="0"/>
              <a:t>(WF0017-1)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업무지원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xmlns="" id="{46862102-E604-4663-BA00-90C3D87C6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823166"/>
              </p:ext>
            </p:extLst>
          </p:nvPr>
        </p:nvGraphicFramePr>
        <p:xfrm>
          <a:off x="1098336" y="2923512"/>
          <a:ext cx="6429198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769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9542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71787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182850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6576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유형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요청일자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진행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국내 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VIP 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고객 지역별 분류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통합고객 기반 상품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Top5 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추천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분석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처리중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통합고객 국가별 분류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데이터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23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완료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43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D39D236F-2F68-4967-AFD1-D7BC27F52F1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62405" y="2604547"/>
            <a:ext cx="1035146" cy="241092"/>
            <a:chOff x="928688" y="1261242"/>
            <a:chExt cx="1035146" cy="241092"/>
          </a:xfrm>
        </p:grpSpPr>
        <p:sp>
          <p:nvSpPr>
            <p:cNvPr id="44" name="Text Box">
              <a:extLst>
                <a:ext uri="{FF2B5EF4-FFF2-40B4-BE49-F238E27FC236}">
                  <a16:creationId xmlns:a16="http://schemas.microsoft.com/office/drawing/2014/main" xmlns="" id="{79B9326E-A160-45B7-859C-871CAE1E06EE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47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DEE135D2-1291-4DBF-A19C-F6D19161A3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1EE416A-FA9F-4B93-AD3D-AEE97013811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73655" y="2604547"/>
            <a:ext cx="1035146" cy="241092"/>
            <a:chOff x="928688" y="1261242"/>
            <a:chExt cx="1035146" cy="241092"/>
          </a:xfrm>
        </p:grpSpPr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783242FA-A7A5-4BE7-A97E-A822E149145B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50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3A35C204-4C4A-4F63-8DE9-36546083D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1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032B509-B371-49FB-A322-7C68DE311BC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372295" y="2607889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E7B390AF-D445-47F7-857E-6B082025C415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53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A2C5ED19-8BD9-4B27-BFB3-0AB3BD66D42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xmlns="" id="{BC846A81-7CA5-4BCC-B649-109FD312F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17143"/>
              </p:ext>
            </p:extLst>
          </p:nvPr>
        </p:nvGraphicFramePr>
        <p:xfrm>
          <a:off x="1173644" y="4795145"/>
          <a:ext cx="6377692" cy="6339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62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1142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8807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5214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다운로드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통합고객 국가별 분류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20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5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8E589264-E2AF-4293-B67D-E731CEF2FE3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330357" y="4872898"/>
            <a:ext cx="131556" cy="131556"/>
            <a:chOff x="554563" y="2632644"/>
            <a:chExt cx="131556" cy="131556"/>
          </a:xfrm>
        </p:grpSpPr>
        <p:sp>
          <p:nvSpPr>
            <p:cNvPr id="60" name="Box">
              <a:extLst>
                <a:ext uri="{FF2B5EF4-FFF2-40B4-BE49-F238E27FC236}">
                  <a16:creationId xmlns:a16="http://schemas.microsoft.com/office/drawing/2014/main" xmlns="" id="{3E47DBF0-B280-44B3-9E8D-201BCA3C3471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 hidden="1">
              <a:extLst>
                <a:ext uri="{FF2B5EF4-FFF2-40B4-BE49-F238E27FC236}">
                  <a16:creationId xmlns:a16="http://schemas.microsoft.com/office/drawing/2014/main" xmlns="" id="{4D66C486-98B6-4733-A082-576223622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BCAC3227-D76E-4E51-8165-077A74920BC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330357" y="5214818"/>
            <a:ext cx="131556" cy="131556"/>
            <a:chOff x="554563" y="2632644"/>
            <a:chExt cx="131556" cy="131556"/>
          </a:xfrm>
        </p:grpSpPr>
        <p:sp>
          <p:nvSpPr>
            <p:cNvPr id="65" name="Box">
              <a:extLst>
                <a:ext uri="{FF2B5EF4-FFF2-40B4-BE49-F238E27FC236}">
                  <a16:creationId xmlns:a16="http://schemas.microsoft.com/office/drawing/2014/main" xmlns="" id="{8EFBDEB8-38AE-46F0-AB3E-BC84D03DB56A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Check">
              <a:extLst>
                <a:ext uri="{FF2B5EF4-FFF2-40B4-BE49-F238E27FC236}">
                  <a16:creationId xmlns:a16="http://schemas.microsoft.com/office/drawing/2014/main" xmlns="" id="{DCECC6BB-95E5-4610-8B92-F683CE9E11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0" name="Button">
            <a:extLst>
              <a:ext uri="{FF2B5EF4-FFF2-40B4-BE49-F238E27FC236}">
                <a16:creationId xmlns:a16="http://schemas.microsoft.com/office/drawing/2014/main" xmlns="" id="{D63E3277-C489-4DEC-A5FA-17B11D95BC4D}"/>
              </a:ext>
            </a:extLst>
          </p:cNvPr>
          <p:cNvSpPr>
            <a:spLocks/>
          </p:cNvSpPr>
          <p:nvPr/>
        </p:nvSpPr>
        <p:spPr bwMode="auto">
          <a:xfrm>
            <a:off x="6776527" y="5159598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Button">
            <a:extLst>
              <a:ext uri="{FF2B5EF4-FFF2-40B4-BE49-F238E27FC236}">
                <a16:creationId xmlns:a16="http://schemas.microsoft.com/office/drawing/2014/main" xmlns="" id="{716EF2B2-973D-48BC-BEBB-35C891DD96EB}"/>
              </a:ext>
            </a:extLst>
          </p:cNvPr>
          <p:cNvSpPr>
            <a:spLocks/>
          </p:cNvSpPr>
          <p:nvPr/>
        </p:nvSpPr>
        <p:spPr bwMode="auto">
          <a:xfrm>
            <a:off x="6148388" y="5539873"/>
            <a:ext cx="1402948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선택파일 일괄 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Pagination">
            <a:extLst>
              <a:ext uri="{FF2B5EF4-FFF2-40B4-BE49-F238E27FC236}">
                <a16:creationId xmlns:a16="http://schemas.microsoft.com/office/drawing/2014/main" xmlns="" id="{3B423E5D-BCE1-403E-B0BF-20794FD07C67}"/>
              </a:ext>
            </a:extLst>
          </p:cNvPr>
          <p:cNvSpPr txBox="1"/>
          <p:nvPr/>
        </p:nvSpPr>
        <p:spPr>
          <a:xfrm>
            <a:off x="3502279" y="555652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8B4927AA-88FE-4DBD-A145-FC465D359DBA}"/>
              </a:ext>
            </a:extLst>
          </p:cNvPr>
          <p:cNvSpPr txBox="1"/>
          <p:nvPr/>
        </p:nvSpPr>
        <p:spPr>
          <a:xfrm>
            <a:off x="1105065" y="45068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처리완료</a:t>
            </a:r>
            <a:endParaRPr lang="ko-KR" altLang="en-US" sz="14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46D698-19D7-46CD-AE4E-F83DDF0BB85B}"/>
              </a:ext>
            </a:extLst>
          </p:cNvPr>
          <p:cNvSpPr txBox="1"/>
          <p:nvPr/>
        </p:nvSpPr>
        <p:spPr>
          <a:xfrm>
            <a:off x="2044234" y="4537623"/>
            <a:ext cx="3829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처리완료 후 제공되는 데이터는 </a:t>
            </a:r>
            <a:r>
              <a:rPr lang="en-US" altLang="ko-KR" sz="1000" dirty="0"/>
              <a:t>10</a:t>
            </a:r>
            <a:r>
              <a:rPr lang="ko-KR" altLang="en-US" sz="1000" dirty="0"/>
              <a:t>일간만 다운로드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75" name="Button">
            <a:extLst>
              <a:ext uri="{FF2B5EF4-FFF2-40B4-BE49-F238E27FC236}">
                <a16:creationId xmlns:a16="http://schemas.microsoft.com/office/drawing/2014/main" xmlns="" id="{B74010B0-2505-4300-B6A6-59E3D41DAA5D}"/>
              </a:ext>
            </a:extLst>
          </p:cNvPr>
          <p:cNvSpPr>
            <a:spLocks/>
          </p:cNvSpPr>
          <p:nvPr/>
        </p:nvSpPr>
        <p:spPr bwMode="auto">
          <a:xfrm>
            <a:off x="7001556" y="2603644"/>
            <a:ext cx="427553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Pagination">
            <a:extLst>
              <a:ext uri="{FF2B5EF4-FFF2-40B4-BE49-F238E27FC236}">
                <a16:creationId xmlns:a16="http://schemas.microsoft.com/office/drawing/2014/main" xmlns="" id="{82E206A1-6CE5-4EFC-858C-7E53718B6EBA}"/>
              </a:ext>
            </a:extLst>
          </p:cNvPr>
          <p:cNvSpPr txBox="1"/>
          <p:nvPr/>
        </p:nvSpPr>
        <p:spPr>
          <a:xfrm>
            <a:off x="3502279" y="420825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9" name="Button">
            <a:extLst>
              <a:ext uri="{FF2B5EF4-FFF2-40B4-BE49-F238E27FC236}">
                <a16:creationId xmlns:a16="http://schemas.microsoft.com/office/drawing/2014/main" xmlns="" id="{C9035FD9-E62C-4990-B8F6-F6758EE5C0DC}"/>
              </a:ext>
            </a:extLst>
          </p:cNvPr>
          <p:cNvSpPr>
            <a:spLocks/>
          </p:cNvSpPr>
          <p:nvPr/>
        </p:nvSpPr>
        <p:spPr bwMode="auto">
          <a:xfrm>
            <a:off x="7032169" y="328690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123" name="표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125724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업무 지원 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단일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다중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9914455" y="4001608"/>
            <a:ext cx="1906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업무 지원 페이지 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데이터를 공유하거나 지원 신청하여 데이터를 지원 받습니다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943245" y="2582155"/>
            <a:ext cx="544174" cy="280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직사각형 125"/>
          <p:cNvSpPr/>
          <p:nvPr/>
        </p:nvSpPr>
        <p:spPr>
          <a:xfrm>
            <a:off x="6943245" y="229121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6973858" y="3261799"/>
            <a:ext cx="544174" cy="280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/>
          <p:cNvSpPr/>
          <p:nvPr/>
        </p:nvSpPr>
        <p:spPr>
          <a:xfrm>
            <a:off x="7558192" y="326179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6781650" y="5140163"/>
            <a:ext cx="678072" cy="2889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/>
          <p:cNvSpPr/>
          <p:nvPr/>
        </p:nvSpPr>
        <p:spPr>
          <a:xfrm>
            <a:off x="6098454" y="5514839"/>
            <a:ext cx="1452881" cy="2889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/>
          <p:cNvSpPr/>
          <p:nvPr/>
        </p:nvSpPr>
        <p:spPr>
          <a:xfrm>
            <a:off x="7517613" y="515993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591473" y="555233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24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업무지원</a:t>
            </a:r>
            <a:r>
              <a:rPr lang="en-US" altLang="ko-KR" dirty="0"/>
              <a:t>(WF0017-2)</a:t>
            </a:r>
            <a:endParaRPr lang="ko-KR" altLang="en-US" dirty="0"/>
          </a:p>
        </p:txBody>
      </p:sp>
      <p:grpSp>
        <p:nvGrpSpPr>
          <p:cNvPr id="35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6E351A83-1600-4895-A3B0-0431CC5D993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224130" y="1424828"/>
            <a:ext cx="3620490" cy="4352544"/>
            <a:chOff x="595684" y="1261242"/>
            <a:chExt cx="6668462" cy="4352544"/>
          </a:xfrm>
        </p:grpSpPr>
        <p:sp>
          <p:nvSpPr>
            <p:cNvPr id="3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82EABAB-285D-4593-9CB9-E5F590B62A0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DFC8036-55E8-4542-968D-38E58E4F66A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3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09A6DDD-8AAC-4F52-A6B0-1B0D2AC40524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5D411A34-4FB3-4195-81EC-3D4907A8AC8B}"/>
              </a:ext>
            </a:extLst>
          </p:cNvPr>
          <p:cNvSpPr txBox="1"/>
          <p:nvPr/>
        </p:nvSpPr>
        <p:spPr>
          <a:xfrm>
            <a:off x="5379726" y="1823638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업무지원 신청 수정</a:t>
            </a:r>
          </a:p>
        </p:txBody>
      </p:sp>
      <p:grpSp>
        <p:nvGrpSpPr>
          <p:cNvPr id="40" name="Labeled Field">
            <a:extLst>
              <a:ext uri="{FF2B5EF4-FFF2-40B4-BE49-F238E27FC236}">
                <a16:creationId xmlns:a16="http://schemas.microsoft.com/office/drawing/2014/main" xmlns="" id="{532FD2FE-8BC2-4964-8438-CA0B2A0402E1}"/>
              </a:ext>
            </a:extLst>
          </p:cNvPr>
          <p:cNvGrpSpPr/>
          <p:nvPr/>
        </p:nvGrpSpPr>
        <p:grpSpPr>
          <a:xfrm>
            <a:off x="5333453" y="2269917"/>
            <a:ext cx="2393069" cy="241121"/>
            <a:chOff x="959626" y="2039771"/>
            <a:chExt cx="2711269" cy="241121"/>
          </a:xfrm>
        </p:grpSpPr>
        <p:sp>
          <p:nvSpPr>
            <p:cNvPr id="41" name="Text Box">
              <a:extLst>
                <a:ext uri="{FF2B5EF4-FFF2-40B4-BE49-F238E27FC236}">
                  <a16:creationId xmlns:a16="http://schemas.microsoft.com/office/drawing/2014/main" xmlns="" id="{48A0F32F-EA4C-4028-862D-27D43F28398F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xmlns="" id="{1AF8267F-5EB7-47ED-8B90-B3074E7CAEC0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3" name="Labeled Field">
            <a:extLst>
              <a:ext uri="{FF2B5EF4-FFF2-40B4-BE49-F238E27FC236}">
                <a16:creationId xmlns:a16="http://schemas.microsoft.com/office/drawing/2014/main" xmlns="" id="{79355C3D-2E04-412E-92A4-60B295E735D0}"/>
              </a:ext>
            </a:extLst>
          </p:cNvPr>
          <p:cNvGrpSpPr/>
          <p:nvPr/>
        </p:nvGrpSpPr>
        <p:grpSpPr>
          <a:xfrm>
            <a:off x="5333451" y="2540434"/>
            <a:ext cx="2393071" cy="258922"/>
            <a:chOff x="959624" y="2039800"/>
            <a:chExt cx="2711271" cy="258922"/>
          </a:xfrm>
        </p:grpSpPr>
        <p:sp>
          <p:nvSpPr>
            <p:cNvPr id="44" name="Text Box">
              <a:extLst>
                <a:ext uri="{FF2B5EF4-FFF2-40B4-BE49-F238E27FC236}">
                  <a16:creationId xmlns:a16="http://schemas.microsoft.com/office/drawing/2014/main" xmlns="" id="{9E12B29A-51F2-41DF-B489-8CC9ABBAF772}"/>
                </a:ext>
              </a:extLst>
            </p:cNvPr>
            <p:cNvSpPr/>
            <p:nvPr/>
          </p:nvSpPr>
          <p:spPr>
            <a:xfrm>
              <a:off x="1983159" y="2057630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Label">
              <a:extLst>
                <a:ext uri="{FF2B5EF4-FFF2-40B4-BE49-F238E27FC236}">
                  <a16:creationId xmlns:a16="http://schemas.microsoft.com/office/drawing/2014/main" xmlns="" id="{CD25BED4-1BAA-4D7F-8967-612067B760DA}"/>
                </a:ext>
              </a:extLst>
            </p:cNvPr>
            <p:cNvSpPr txBox="1"/>
            <p:nvPr/>
          </p:nvSpPr>
          <p:spPr>
            <a:xfrm>
              <a:off x="959624" y="2039800"/>
              <a:ext cx="9037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신청부서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46" name="Label">
            <a:extLst>
              <a:ext uri="{FF2B5EF4-FFF2-40B4-BE49-F238E27FC236}">
                <a16:creationId xmlns:a16="http://schemas.microsoft.com/office/drawing/2014/main" xmlns="" id="{03359029-DFBE-44B2-9980-6E4055DC7725}"/>
              </a:ext>
            </a:extLst>
          </p:cNvPr>
          <p:cNvSpPr txBox="1"/>
          <p:nvPr/>
        </p:nvSpPr>
        <p:spPr>
          <a:xfrm>
            <a:off x="5333450" y="2859458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47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AE8C7ED-09F5-4A8D-82E3-523D468C619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236862" y="2859487"/>
            <a:ext cx="1261544" cy="241092"/>
            <a:chOff x="928687" y="1261242"/>
            <a:chExt cx="1489659" cy="241092"/>
          </a:xfrm>
        </p:grpSpPr>
        <p:sp>
          <p:nvSpPr>
            <p:cNvPr id="48" name="Text Box">
              <a:extLst>
                <a:ext uri="{FF2B5EF4-FFF2-40B4-BE49-F238E27FC236}">
                  <a16:creationId xmlns:a16="http://schemas.microsoft.com/office/drawing/2014/main" xmlns="" id="{F353CE49-5515-4E85-AF5F-D49501CF2147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49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E26B76B-FBB0-46BA-A0BB-63064A408B35}"/>
                </a:ext>
              </a:extLst>
            </p:cNvPr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Label">
            <a:extLst>
              <a:ext uri="{FF2B5EF4-FFF2-40B4-BE49-F238E27FC236}">
                <a16:creationId xmlns:a16="http://schemas.microsoft.com/office/drawing/2014/main" xmlns="" id="{94A03205-BAD1-4253-BAD9-2494FF2F7E60}"/>
              </a:ext>
            </a:extLst>
          </p:cNvPr>
          <p:cNvSpPr txBox="1"/>
          <p:nvPr/>
        </p:nvSpPr>
        <p:spPr>
          <a:xfrm>
            <a:off x="5333450" y="3129612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요청항목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51" name="Label">
            <a:extLst>
              <a:ext uri="{FF2B5EF4-FFF2-40B4-BE49-F238E27FC236}">
                <a16:creationId xmlns:a16="http://schemas.microsoft.com/office/drawing/2014/main" xmlns="" id="{C6F6CC26-AACE-44AC-BDEE-200C89949AC2}"/>
              </a:ext>
            </a:extLst>
          </p:cNvPr>
          <p:cNvSpPr txBox="1"/>
          <p:nvPr/>
        </p:nvSpPr>
        <p:spPr>
          <a:xfrm>
            <a:off x="5333450" y="3525818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완료희망일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52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E9DD2F3A-E967-4D7B-BB08-831CB1CFEA3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236862" y="3511797"/>
            <a:ext cx="1261544" cy="241092"/>
            <a:chOff x="928687" y="1261242"/>
            <a:chExt cx="1489659" cy="241092"/>
          </a:xfrm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76914CB5-C6FE-4BE4-AE6E-EC61141B5663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4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2C94594-C65E-4CE9-816F-3561A6540342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Select">
            <a:extLst>
              <a:ext uri="{FF2B5EF4-FFF2-40B4-BE49-F238E27FC236}">
                <a16:creationId xmlns:a16="http://schemas.microsoft.com/office/drawing/2014/main" xmlns="" id="{BB698C7C-A5E1-463E-802E-BE2FFEF112DE}"/>
              </a:ext>
            </a:extLst>
          </p:cNvPr>
          <p:cNvGrpSpPr/>
          <p:nvPr/>
        </p:nvGrpSpPr>
        <p:grpSpPr>
          <a:xfrm>
            <a:off x="6236862" y="3155039"/>
            <a:ext cx="2120569" cy="307726"/>
            <a:chOff x="595686" y="1261242"/>
            <a:chExt cx="2504700" cy="307726"/>
          </a:xfrm>
        </p:grpSpPr>
        <p:sp>
          <p:nvSpPr>
            <p:cNvPr id="56" name="Input">
              <a:extLst>
                <a:ext uri="{FF2B5EF4-FFF2-40B4-BE49-F238E27FC236}">
                  <a16:creationId xmlns:a16="http://schemas.microsoft.com/office/drawing/2014/main" xmlns="" id="{F4208C86-745C-4105-9435-4EB629E65CC2}"/>
                </a:ext>
              </a:extLst>
            </p:cNvPr>
            <p:cNvSpPr/>
            <p:nvPr/>
          </p:nvSpPr>
          <p:spPr>
            <a:xfrm>
              <a:off x="595686" y="126124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데이터 전처리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Arrow Down">
              <a:extLst>
                <a:ext uri="{FF2B5EF4-FFF2-40B4-BE49-F238E27FC236}">
                  <a16:creationId xmlns:a16="http://schemas.microsoft.com/office/drawing/2014/main" xmlns="" id="{C7D2C55F-7D82-4465-B846-BA6228FA2CE3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8" name="Textarea">
            <a:extLst>
              <a:ext uri="{FF2B5EF4-FFF2-40B4-BE49-F238E27FC236}">
                <a16:creationId xmlns:a16="http://schemas.microsoft.com/office/drawing/2014/main" xmlns="" id="{ABA0893A-AB5C-44C9-945C-767D75A9700F}"/>
              </a:ext>
            </a:extLst>
          </p:cNvPr>
          <p:cNvGrpSpPr/>
          <p:nvPr/>
        </p:nvGrpSpPr>
        <p:grpSpPr>
          <a:xfrm>
            <a:off x="6227328" y="4216208"/>
            <a:ext cx="2504700" cy="458192"/>
            <a:chOff x="595686" y="1669825"/>
            <a:chExt cx="2504700" cy="458192"/>
          </a:xfrm>
        </p:grpSpPr>
        <p:sp>
          <p:nvSpPr>
            <p:cNvPr id="59" name="Text">
              <a:extLst>
                <a:ext uri="{FF2B5EF4-FFF2-40B4-BE49-F238E27FC236}">
                  <a16:creationId xmlns:a16="http://schemas.microsoft.com/office/drawing/2014/main" xmlns="" id="{D1791229-1765-4877-B83C-9F57AA1D055D}"/>
                </a:ext>
              </a:extLst>
            </p:cNvPr>
            <p:cNvSpPr/>
            <p:nvPr/>
          </p:nvSpPr>
          <p:spPr>
            <a:xfrm>
              <a:off x="595686" y="1669825"/>
              <a:ext cx="2504700" cy="458192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60" name="Resize Handle">
              <a:extLst>
                <a:ext uri="{FF2B5EF4-FFF2-40B4-BE49-F238E27FC236}">
                  <a16:creationId xmlns:a16="http://schemas.microsoft.com/office/drawing/2014/main" xmlns="" id="{B984C84A-2BE8-46F9-A25F-CDB3977A030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99308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1" name="Label">
            <a:extLst>
              <a:ext uri="{FF2B5EF4-FFF2-40B4-BE49-F238E27FC236}">
                <a16:creationId xmlns:a16="http://schemas.microsoft.com/office/drawing/2014/main" xmlns="" id="{8532C9FD-4053-443B-A0C0-5CC724185852}"/>
              </a:ext>
            </a:extLst>
          </p:cNvPr>
          <p:cNvSpPr txBox="1"/>
          <p:nvPr/>
        </p:nvSpPr>
        <p:spPr>
          <a:xfrm>
            <a:off x="5333450" y="419372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상세 내용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62" name="Button">
            <a:extLst>
              <a:ext uri="{FF2B5EF4-FFF2-40B4-BE49-F238E27FC236}">
                <a16:creationId xmlns:a16="http://schemas.microsoft.com/office/drawing/2014/main" xmlns="" id="{689CB314-B77E-4125-B1BE-F3DFB1EB6319}"/>
              </a:ext>
            </a:extLst>
          </p:cNvPr>
          <p:cNvSpPr>
            <a:spLocks/>
          </p:cNvSpPr>
          <p:nvPr/>
        </p:nvSpPr>
        <p:spPr bwMode="auto">
          <a:xfrm>
            <a:off x="6431848" y="5468812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Button">
            <a:extLst>
              <a:ext uri="{FF2B5EF4-FFF2-40B4-BE49-F238E27FC236}">
                <a16:creationId xmlns:a16="http://schemas.microsoft.com/office/drawing/2014/main" xmlns="" id="{1FDF1437-F984-48B3-86A0-821BBE24EF4E}"/>
              </a:ext>
            </a:extLst>
          </p:cNvPr>
          <p:cNvSpPr>
            <a:spLocks/>
          </p:cNvSpPr>
          <p:nvPr/>
        </p:nvSpPr>
        <p:spPr bwMode="auto">
          <a:xfrm>
            <a:off x="7384344" y="546881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Text Box">
            <a:extLst>
              <a:ext uri="{FF2B5EF4-FFF2-40B4-BE49-F238E27FC236}">
                <a16:creationId xmlns:a16="http://schemas.microsoft.com/office/drawing/2014/main" xmlns="" id="{6A2B6005-3763-4058-B134-BF403424C446}"/>
              </a:ext>
            </a:extLst>
          </p:cNvPr>
          <p:cNvSpPr/>
          <p:nvPr/>
        </p:nvSpPr>
        <p:spPr>
          <a:xfrm>
            <a:off x="6236862" y="5157845"/>
            <a:ext cx="987328" cy="24109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 Box</a:t>
            </a:r>
          </a:p>
        </p:txBody>
      </p:sp>
      <p:sp>
        <p:nvSpPr>
          <p:cNvPr id="65" name="Button">
            <a:extLst>
              <a:ext uri="{FF2B5EF4-FFF2-40B4-BE49-F238E27FC236}">
                <a16:creationId xmlns:a16="http://schemas.microsoft.com/office/drawing/2014/main" xmlns="" id="{5638ADD2-48F3-4462-91CA-C10F50DF5130}"/>
              </a:ext>
            </a:extLst>
          </p:cNvPr>
          <p:cNvSpPr>
            <a:spLocks/>
          </p:cNvSpPr>
          <p:nvPr/>
        </p:nvSpPr>
        <p:spPr bwMode="auto">
          <a:xfrm>
            <a:off x="7406776" y="5157394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파일선택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Button">
            <a:extLst>
              <a:ext uri="{FF2B5EF4-FFF2-40B4-BE49-F238E27FC236}">
                <a16:creationId xmlns:a16="http://schemas.microsoft.com/office/drawing/2014/main" xmlns="" id="{CAA64852-4C03-43EE-A2D1-D413E478DA28}"/>
              </a:ext>
            </a:extLst>
          </p:cNvPr>
          <p:cNvSpPr>
            <a:spLocks/>
          </p:cNvSpPr>
          <p:nvPr/>
        </p:nvSpPr>
        <p:spPr bwMode="auto">
          <a:xfrm>
            <a:off x="8181789" y="5157394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업로드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Label">
            <a:extLst>
              <a:ext uri="{FF2B5EF4-FFF2-40B4-BE49-F238E27FC236}">
                <a16:creationId xmlns:a16="http://schemas.microsoft.com/office/drawing/2014/main" xmlns="" id="{3BB6D47F-DD47-4AF5-939B-F80B10E8D79E}"/>
              </a:ext>
            </a:extLst>
          </p:cNvPr>
          <p:cNvSpPr txBox="1"/>
          <p:nvPr/>
        </p:nvSpPr>
        <p:spPr>
          <a:xfrm>
            <a:off x="5333450" y="515157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 첨부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xmlns="" id="{B0BC13B5-5EF7-4397-A948-39281DE63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41144"/>
              </p:ext>
            </p:extLst>
          </p:nvPr>
        </p:nvGraphicFramePr>
        <p:xfrm>
          <a:off x="6203516" y="4750726"/>
          <a:ext cx="2504700" cy="316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42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919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요청</a:t>
                      </a:r>
                      <a:r>
                        <a:rPr lang="en-US" altLang="ko-KR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altLang="ko-KR" sz="1000" b="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xls</a:t>
                      </a:r>
                      <a:endParaRPr lang="en-US" sz="1000" b="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3" name="Button">
            <a:extLst>
              <a:ext uri="{FF2B5EF4-FFF2-40B4-BE49-F238E27FC236}">
                <a16:creationId xmlns:a16="http://schemas.microsoft.com/office/drawing/2014/main" xmlns="" id="{0C3CAAA9-9059-42FD-8353-4DE61D160C28}"/>
              </a:ext>
            </a:extLst>
          </p:cNvPr>
          <p:cNvSpPr>
            <a:spLocks/>
          </p:cNvSpPr>
          <p:nvPr/>
        </p:nvSpPr>
        <p:spPr bwMode="auto">
          <a:xfrm>
            <a:off x="8127084" y="4787231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Label">
            <a:extLst>
              <a:ext uri="{FF2B5EF4-FFF2-40B4-BE49-F238E27FC236}">
                <a16:creationId xmlns:a16="http://schemas.microsoft.com/office/drawing/2014/main" xmlns="" id="{7818B17E-7783-4825-B553-8B904D4AE93E}"/>
              </a:ext>
            </a:extLst>
          </p:cNvPr>
          <p:cNvSpPr txBox="1"/>
          <p:nvPr/>
        </p:nvSpPr>
        <p:spPr>
          <a:xfrm>
            <a:off x="5333450" y="4779410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첨부된 파일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833891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신청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9914455" y="4001608"/>
            <a:ext cx="1906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업무지원 신청 입력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요청 항목 및 날짜 첨부파일을 첨부하여 업무 신청 할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grpSp>
        <p:nvGrpSpPr>
          <p:cNvPr id="7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9F524141-0B72-49CC-B84C-D77A7FB4D2E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116451" y="1448636"/>
            <a:ext cx="3620490" cy="4352544"/>
            <a:chOff x="595684" y="1261242"/>
            <a:chExt cx="6668462" cy="4352544"/>
          </a:xfrm>
        </p:grpSpPr>
        <p:sp>
          <p:nvSpPr>
            <p:cNvPr id="7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6A34DE12-B371-4CC1-BE30-CC5A1BC4D89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672D288-81CD-4AA0-A46A-8F9CF216319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7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1A4A99A7-5B52-47FF-82F6-517F37553F9D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35CAAFBE-84A3-497B-97E6-68FA2E95A5BE}"/>
              </a:ext>
            </a:extLst>
          </p:cNvPr>
          <p:cNvSpPr txBox="1"/>
          <p:nvPr/>
        </p:nvSpPr>
        <p:spPr>
          <a:xfrm>
            <a:off x="1272047" y="1847446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업무지원 신청</a:t>
            </a:r>
          </a:p>
        </p:txBody>
      </p:sp>
      <p:grpSp>
        <p:nvGrpSpPr>
          <p:cNvPr id="81" name="Labeled Field">
            <a:extLst>
              <a:ext uri="{FF2B5EF4-FFF2-40B4-BE49-F238E27FC236}">
                <a16:creationId xmlns:a16="http://schemas.microsoft.com/office/drawing/2014/main" xmlns="" id="{0E34C446-784B-48FA-B089-78836E8E9539}"/>
              </a:ext>
            </a:extLst>
          </p:cNvPr>
          <p:cNvGrpSpPr/>
          <p:nvPr/>
        </p:nvGrpSpPr>
        <p:grpSpPr>
          <a:xfrm>
            <a:off x="1225774" y="2293725"/>
            <a:ext cx="2393069" cy="241121"/>
            <a:chOff x="959626" y="2039771"/>
            <a:chExt cx="2711269" cy="241121"/>
          </a:xfrm>
        </p:grpSpPr>
        <p:sp>
          <p:nvSpPr>
            <p:cNvPr id="82" name="Text Box">
              <a:extLst>
                <a:ext uri="{FF2B5EF4-FFF2-40B4-BE49-F238E27FC236}">
                  <a16:creationId xmlns:a16="http://schemas.microsoft.com/office/drawing/2014/main" xmlns="" id="{404DB6B2-2E71-4AB0-AFB0-140A77ED8381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Label">
              <a:extLst>
                <a:ext uri="{FF2B5EF4-FFF2-40B4-BE49-F238E27FC236}">
                  <a16:creationId xmlns:a16="http://schemas.microsoft.com/office/drawing/2014/main" xmlns="" id="{450B16DA-E6AE-427B-99E7-73BE535C82A8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84" name="Labeled Field">
            <a:extLst>
              <a:ext uri="{FF2B5EF4-FFF2-40B4-BE49-F238E27FC236}">
                <a16:creationId xmlns:a16="http://schemas.microsoft.com/office/drawing/2014/main" xmlns="" id="{BF55CC90-CF09-4912-A806-6D95E2921CDD}"/>
              </a:ext>
            </a:extLst>
          </p:cNvPr>
          <p:cNvGrpSpPr/>
          <p:nvPr/>
        </p:nvGrpSpPr>
        <p:grpSpPr>
          <a:xfrm>
            <a:off x="1225772" y="2564242"/>
            <a:ext cx="2393071" cy="258922"/>
            <a:chOff x="959624" y="2039800"/>
            <a:chExt cx="2711271" cy="258922"/>
          </a:xfrm>
        </p:grpSpPr>
        <p:sp>
          <p:nvSpPr>
            <p:cNvPr id="85" name="Text Box">
              <a:extLst>
                <a:ext uri="{FF2B5EF4-FFF2-40B4-BE49-F238E27FC236}">
                  <a16:creationId xmlns:a16="http://schemas.microsoft.com/office/drawing/2014/main" xmlns="" id="{8DEAD14C-1F2D-4239-8271-6CFE32FA79F2}"/>
                </a:ext>
              </a:extLst>
            </p:cNvPr>
            <p:cNvSpPr/>
            <p:nvPr/>
          </p:nvSpPr>
          <p:spPr>
            <a:xfrm>
              <a:off x="1983159" y="2057630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Label">
              <a:extLst>
                <a:ext uri="{FF2B5EF4-FFF2-40B4-BE49-F238E27FC236}">
                  <a16:creationId xmlns:a16="http://schemas.microsoft.com/office/drawing/2014/main" xmlns="" id="{8948E753-55AB-42AC-888E-A4CB967658B0}"/>
                </a:ext>
              </a:extLst>
            </p:cNvPr>
            <p:cNvSpPr txBox="1"/>
            <p:nvPr/>
          </p:nvSpPr>
          <p:spPr>
            <a:xfrm>
              <a:off x="959624" y="2039800"/>
              <a:ext cx="9037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신청부서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87" name="Label">
            <a:extLst>
              <a:ext uri="{FF2B5EF4-FFF2-40B4-BE49-F238E27FC236}">
                <a16:creationId xmlns:a16="http://schemas.microsoft.com/office/drawing/2014/main" xmlns="" id="{E9FF4A7E-96C9-4C9A-9F63-43D732EBE66E}"/>
              </a:ext>
            </a:extLst>
          </p:cNvPr>
          <p:cNvSpPr txBox="1"/>
          <p:nvPr/>
        </p:nvSpPr>
        <p:spPr>
          <a:xfrm>
            <a:off x="1225771" y="2883266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88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22A1DD80-C277-4C1C-B0B2-A0C77830A216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129183" y="2883295"/>
            <a:ext cx="1261544" cy="241092"/>
            <a:chOff x="928687" y="1261242"/>
            <a:chExt cx="1489659" cy="241092"/>
          </a:xfrm>
        </p:grpSpPr>
        <p:sp>
          <p:nvSpPr>
            <p:cNvPr id="89" name="Text Box">
              <a:extLst>
                <a:ext uri="{FF2B5EF4-FFF2-40B4-BE49-F238E27FC236}">
                  <a16:creationId xmlns:a16="http://schemas.microsoft.com/office/drawing/2014/main" xmlns="" id="{55D693DE-9E67-4C42-96A2-588027022315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90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B946AAD-4126-459C-AEFF-DCC025F23266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1" name="Label">
            <a:extLst>
              <a:ext uri="{FF2B5EF4-FFF2-40B4-BE49-F238E27FC236}">
                <a16:creationId xmlns:a16="http://schemas.microsoft.com/office/drawing/2014/main" xmlns="" id="{EFCECB1A-7331-423D-BCE8-7073EFAEBC90}"/>
              </a:ext>
            </a:extLst>
          </p:cNvPr>
          <p:cNvSpPr txBox="1"/>
          <p:nvPr/>
        </p:nvSpPr>
        <p:spPr>
          <a:xfrm>
            <a:off x="1225771" y="3153420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요청항목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92" name="Label">
            <a:extLst>
              <a:ext uri="{FF2B5EF4-FFF2-40B4-BE49-F238E27FC236}">
                <a16:creationId xmlns:a16="http://schemas.microsoft.com/office/drawing/2014/main" xmlns="" id="{013661BF-8219-45C0-80CD-E5EA64795313}"/>
              </a:ext>
            </a:extLst>
          </p:cNvPr>
          <p:cNvSpPr txBox="1"/>
          <p:nvPr/>
        </p:nvSpPr>
        <p:spPr>
          <a:xfrm>
            <a:off x="1225771" y="3549626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완료희망일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93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F7B3411E-1073-4C35-B358-297050B50243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2129183" y="3535605"/>
            <a:ext cx="1261544" cy="241092"/>
            <a:chOff x="928687" y="1261242"/>
            <a:chExt cx="1489659" cy="241092"/>
          </a:xfrm>
        </p:grpSpPr>
        <p:sp>
          <p:nvSpPr>
            <p:cNvPr id="94" name="Text Box">
              <a:extLst>
                <a:ext uri="{FF2B5EF4-FFF2-40B4-BE49-F238E27FC236}">
                  <a16:creationId xmlns:a16="http://schemas.microsoft.com/office/drawing/2014/main" xmlns="" id="{95C88CEE-7C6C-4550-8B54-E4AD00E7A8DE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95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BC9844B-D4C8-49E1-AD01-FB73B461353E}"/>
                </a:ext>
              </a:extLst>
            </p:cNvPr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6" name="Select">
            <a:extLst>
              <a:ext uri="{FF2B5EF4-FFF2-40B4-BE49-F238E27FC236}">
                <a16:creationId xmlns:a16="http://schemas.microsoft.com/office/drawing/2014/main" xmlns="" id="{2B0E16FE-03E9-4550-82E3-6982E3DB2C82}"/>
              </a:ext>
            </a:extLst>
          </p:cNvPr>
          <p:cNvGrpSpPr/>
          <p:nvPr/>
        </p:nvGrpSpPr>
        <p:grpSpPr>
          <a:xfrm>
            <a:off x="2129183" y="3178847"/>
            <a:ext cx="2120569" cy="307726"/>
            <a:chOff x="595686" y="1261242"/>
            <a:chExt cx="2504700" cy="307726"/>
          </a:xfrm>
        </p:grpSpPr>
        <p:sp>
          <p:nvSpPr>
            <p:cNvPr id="97" name="Input">
              <a:extLst>
                <a:ext uri="{FF2B5EF4-FFF2-40B4-BE49-F238E27FC236}">
                  <a16:creationId xmlns:a16="http://schemas.microsoft.com/office/drawing/2014/main" xmlns="" id="{E4F9DBF7-B289-4F35-B15D-550D1E0EF5C5}"/>
                </a:ext>
              </a:extLst>
            </p:cNvPr>
            <p:cNvSpPr/>
            <p:nvPr/>
          </p:nvSpPr>
          <p:spPr>
            <a:xfrm>
              <a:off x="595686" y="126124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데이터 전처리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Arrow Down">
              <a:extLst>
                <a:ext uri="{FF2B5EF4-FFF2-40B4-BE49-F238E27FC236}">
                  <a16:creationId xmlns:a16="http://schemas.microsoft.com/office/drawing/2014/main" xmlns="" id="{E0E0F9BB-3B20-441B-9B85-8A122C858EA2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9" name="Textarea">
            <a:extLst>
              <a:ext uri="{FF2B5EF4-FFF2-40B4-BE49-F238E27FC236}">
                <a16:creationId xmlns:a16="http://schemas.microsoft.com/office/drawing/2014/main" xmlns="" id="{364D5313-64F0-4BF9-8BD3-DE10EDCEB44E}"/>
              </a:ext>
            </a:extLst>
          </p:cNvPr>
          <p:cNvGrpSpPr/>
          <p:nvPr/>
        </p:nvGrpSpPr>
        <p:grpSpPr>
          <a:xfrm>
            <a:off x="2119649" y="4231836"/>
            <a:ext cx="2504700" cy="466372"/>
            <a:chOff x="595686" y="1661645"/>
            <a:chExt cx="2504700" cy="466372"/>
          </a:xfrm>
        </p:grpSpPr>
        <p:sp>
          <p:nvSpPr>
            <p:cNvPr id="100" name="Text">
              <a:extLst>
                <a:ext uri="{FF2B5EF4-FFF2-40B4-BE49-F238E27FC236}">
                  <a16:creationId xmlns:a16="http://schemas.microsoft.com/office/drawing/2014/main" xmlns="" id="{6F6CE2A9-A8B4-4AA0-96BE-F7570DA83B19}"/>
                </a:ext>
              </a:extLst>
            </p:cNvPr>
            <p:cNvSpPr/>
            <p:nvPr/>
          </p:nvSpPr>
          <p:spPr>
            <a:xfrm>
              <a:off x="595686" y="1661645"/>
              <a:ext cx="2504700" cy="466372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101" name="Resize Handle">
              <a:extLst>
                <a:ext uri="{FF2B5EF4-FFF2-40B4-BE49-F238E27FC236}">
                  <a16:creationId xmlns:a16="http://schemas.microsoft.com/office/drawing/2014/main" xmlns="" id="{3D799610-A256-4706-8DC7-9C8E0B8D057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99308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2" name="Label">
            <a:extLst>
              <a:ext uri="{FF2B5EF4-FFF2-40B4-BE49-F238E27FC236}">
                <a16:creationId xmlns:a16="http://schemas.microsoft.com/office/drawing/2014/main" xmlns="" id="{48B6B977-B7FA-4045-9058-516588CCEEAE}"/>
              </a:ext>
            </a:extLst>
          </p:cNvPr>
          <p:cNvSpPr txBox="1"/>
          <p:nvPr/>
        </p:nvSpPr>
        <p:spPr>
          <a:xfrm>
            <a:off x="1225771" y="423306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상세 내용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103" name="Button">
            <a:extLst>
              <a:ext uri="{FF2B5EF4-FFF2-40B4-BE49-F238E27FC236}">
                <a16:creationId xmlns:a16="http://schemas.microsoft.com/office/drawing/2014/main" xmlns="" id="{A28A5692-CB7D-4605-AD27-A47651B641CA}"/>
              </a:ext>
            </a:extLst>
          </p:cNvPr>
          <p:cNvSpPr>
            <a:spLocks/>
          </p:cNvSpPr>
          <p:nvPr/>
        </p:nvSpPr>
        <p:spPr bwMode="auto">
          <a:xfrm>
            <a:off x="2324169" y="548529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Button">
            <a:extLst>
              <a:ext uri="{FF2B5EF4-FFF2-40B4-BE49-F238E27FC236}">
                <a16:creationId xmlns:a16="http://schemas.microsoft.com/office/drawing/2014/main" xmlns="" id="{4AD427C3-DC06-4FE4-A9D6-B0AA07BC63CC}"/>
              </a:ext>
            </a:extLst>
          </p:cNvPr>
          <p:cNvSpPr>
            <a:spLocks/>
          </p:cNvSpPr>
          <p:nvPr/>
        </p:nvSpPr>
        <p:spPr bwMode="auto">
          <a:xfrm>
            <a:off x="3005076" y="548529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 Box">
            <a:extLst>
              <a:ext uri="{FF2B5EF4-FFF2-40B4-BE49-F238E27FC236}">
                <a16:creationId xmlns:a16="http://schemas.microsoft.com/office/drawing/2014/main" xmlns="" id="{AEB10FBA-4541-446F-ABFE-54F51C33E3BB}"/>
              </a:ext>
            </a:extLst>
          </p:cNvPr>
          <p:cNvSpPr/>
          <p:nvPr/>
        </p:nvSpPr>
        <p:spPr>
          <a:xfrm>
            <a:off x="2129183" y="5163864"/>
            <a:ext cx="987328" cy="24109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Text Box</a:t>
            </a:r>
          </a:p>
        </p:txBody>
      </p:sp>
      <p:sp>
        <p:nvSpPr>
          <p:cNvPr id="106" name="Button">
            <a:extLst>
              <a:ext uri="{FF2B5EF4-FFF2-40B4-BE49-F238E27FC236}">
                <a16:creationId xmlns:a16="http://schemas.microsoft.com/office/drawing/2014/main" xmlns="" id="{FFCC2055-B274-4C13-926E-335ACF4E5327}"/>
              </a:ext>
            </a:extLst>
          </p:cNvPr>
          <p:cNvSpPr>
            <a:spLocks/>
          </p:cNvSpPr>
          <p:nvPr/>
        </p:nvSpPr>
        <p:spPr bwMode="auto">
          <a:xfrm>
            <a:off x="3299097" y="5163413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파일선택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Button">
            <a:extLst>
              <a:ext uri="{FF2B5EF4-FFF2-40B4-BE49-F238E27FC236}">
                <a16:creationId xmlns:a16="http://schemas.microsoft.com/office/drawing/2014/main" xmlns="" id="{B828EC73-7861-45B1-8062-4A0BDF80A847}"/>
              </a:ext>
            </a:extLst>
          </p:cNvPr>
          <p:cNvSpPr>
            <a:spLocks/>
          </p:cNvSpPr>
          <p:nvPr/>
        </p:nvSpPr>
        <p:spPr bwMode="auto">
          <a:xfrm>
            <a:off x="4074110" y="5163413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업로드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Label">
            <a:extLst>
              <a:ext uri="{FF2B5EF4-FFF2-40B4-BE49-F238E27FC236}">
                <a16:creationId xmlns:a16="http://schemas.microsoft.com/office/drawing/2014/main" xmlns="" id="{3670FD69-EB0F-4FD0-A2A3-CCB522CC6757}"/>
              </a:ext>
            </a:extLst>
          </p:cNvPr>
          <p:cNvSpPr txBox="1"/>
          <p:nvPr/>
        </p:nvSpPr>
        <p:spPr>
          <a:xfrm>
            <a:off x="1225771" y="5157592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파일 첨부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xmlns="" id="{00E54F9F-2807-4D7B-9DD1-7F5AB3585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28729"/>
              </p:ext>
            </p:extLst>
          </p:nvPr>
        </p:nvGraphicFramePr>
        <p:xfrm>
          <a:off x="2110594" y="4774759"/>
          <a:ext cx="2504700" cy="316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42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919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요청</a:t>
                      </a:r>
                      <a:r>
                        <a:rPr lang="en-US" altLang="ko-KR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altLang="ko-KR" sz="1000" b="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xls</a:t>
                      </a:r>
                      <a:endParaRPr lang="en-US" sz="1000" b="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10" name="Button">
            <a:extLst>
              <a:ext uri="{FF2B5EF4-FFF2-40B4-BE49-F238E27FC236}">
                <a16:creationId xmlns:a16="http://schemas.microsoft.com/office/drawing/2014/main" xmlns="" id="{3A095EB4-7A5D-4348-BCE3-668BF2E6385D}"/>
              </a:ext>
            </a:extLst>
          </p:cNvPr>
          <p:cNvSpPr>
            <a:spLocks/>
          </p:cNvSpPr>
          <p:nvPr/>
        </p:nvSpPr>
        <p:spPr bwMode="auto">
          <a:xfrm>
            <a:off x="4034162" y="481126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삭제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1" name="Label">
            <a:extLst>
              <a:ext uri="{FF2B5EF4-FFF2-40B4-BE49-F238E27FC236}">
                <a16:creationId xmlns:a16="http://schemas.microsoft.com/office/drawing/2014/main" xmlns="" id="{34E6B8FF-1687-4691-859D-B99691F8B159}"/>
              </a:ext>
            </a:extLst>
          </p:cNvPr>
          <p:cNvSpPr txBox="1"/>
          <p:nvPr/>
        </p:nvSpPr>
        <p:spPr>
          <a:xfrm>
            <a:off x="1240528" y="480344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첨부된 파일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2265858" y="5465859"/>
            <a:ext cx="544174" cy="280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/>
          <p:cNvSpPr/>
          <p:nvPr/>
        </p:nvSpPr>
        <p:spPr>
          <a:xfrm>
            <a:off x="6351621" y="5463661"/>
            <a:ext cx="807060" cy="2808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1997918" y="549613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6062254" y="548517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7" name="Label">
            <a:extLst>
              <a:ext uri="{FF2B5EF4-FFF2-40B4-BE49-F238E27FC236}">
                <a16:creationId xmlns:a16="http://schemas.microsoft.com/office/drawing/2014/main" xmlns="" id="{EFCECB1A-7331-423D-BCE8-7073EFAEBC90}"/>
              </a:ext>
            </a:extLst>
          </p:cNvPr>
          <p:cNvSpPr txBox="1"/>
          <p:nvPr/>
        </p:nvSpPr>
        <p:spPr>
          <a:xfrm>
            <a:off x="1225771" y="386694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승인 담당자</a:t>
            </a:r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18" name="Select">
            <a:extLst>
              <a:ext uri="{FF2B5EF4-FFF2-40B4-BE49-F238E27FC236}">
                <a16:creationId xmlns:a16="http://schemas.microsoft.com/office/drawing/2014/main" xmlns="" id="{2B0E16FE-03E9-4550-82E3-6982E3DB2C82}"/>
              </a:ext>
            </a:extLst>
          </p:cNvPr>
          <p:cNvGrpSpPr/>
          <p:nvPr/>
        </p:nvGrpSpPr>
        <p:grpSpPr>
          <a:xfrm>
            <a:off x="2108488" y="3842256"/>
            <a:ext cx="2120569" cy="307726"/>
            <a:chOff x="595686" y="1261242"/>
            <a:chExt cx="2504700" cy="307726"/>
          </a:xfrm>
        </p:grpSpPr>
        <p:sp>
          <p:nvSpPr>
            <p:cNvPr id="119" name="Input">
              <a:extLst>
                <a:ext uri="{FF2B5EF4-FFF2-40B4-BE49-F238E27FC236}">
                  <a16:creationId xmlns:a16="http://schemas.microsoft.com/office/drawing/2014/main" xmlns="" id="{E4F9DBF7-B289-4F35-B15D-550D1E0EF5C5}"/>
                </a:ext>
              </a:extLst>
            </p:cNvPr>
            <p:cNvSpPr/>
            <p:nvPr/>
          </p:nvSpPr>
          <p:spPr>
            <a:xfrm>
              <a:off x="595686" y="126124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000355 - </a:t>
              </a:r>
              <a:r>
                <a:rPr lang="ko-KR" alt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담당자명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Arrow Down">
              <a:extLst>
                <a:ext uri="{FF2B5EF4-FFF2-40B4-BE49-F238E27FC236}">
                  <a16:creationId xmlns:a16="http://schemas.microsoft.com/office/drawing/2014/main" xmlns="" id="{E0E0F9BB-3B20-441B-9B85-8A122C858EA2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1" name="Label">
            <a:extLst>
              <a:ext uri="{FF2B5EF4-FFF2-40B4-BE49-F238E27FC236}">
                <a16:creationId xmlns:a16="http://schemas.microsoft.com/office/drawing/2014/main" xmlns="" id="{EFCECB1A-7331-423D-BCE8-7073EFAEBC90}"/>
              </a:ext>
            </a:extLst>
          </p:cNvPr>
          <p:cNvSpPr txBox="1"/>
          <p:nvPr/>
        </p:nvSpPr>
        <p:spPr>
          <a:xfrm>
            <a:off x="5322729" y="3862955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승인 담당자</a:t>
            </a:r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22" name="Select">
            <a:extLst>
              <a:ext uri="{FF2B5EF4-FFF2-40B4-BE49-F238E27FC236}">
                <a16:creationId xmlns:a16="http://schemas.microsoft.com/office/drawing/2014/main" xmlns="" id="{2B0E16FE-03E9-4550-82E3-6982E3DB2C82}"/>
              </a:ext>
            </a:extLst>
          </p:cNvPr>
          <p:cNvGrpSpPr/>
          <p:nvPr/>
        </p:nvGrpSpPr>
        <p:grpSpPr>
          <a:xfrm>
            <a:off x="6205446" y="3838268"/>
            <a:ext cx="2120569" cy="307726"/>
            <a:chOff x="595686" y="1261242"/>
            <a:chExt cx="2504700" cy="307726"/>
          </a:xfrm>
        </p:grpSpPr>
        <p:sp>
          <p:nvSpPr>
            <p:cNvPr id="123" name="Input">
              <a:extLst>
                <a:ext uri="{FF2B5EF4-FFF2-40B4-BE49-F238E27FC236}">
                  <a16:creationId xmlns:a16="http://schemas.microsoft.com/office/drawing/2014/main" xmlns="" id="{E4F9DBF7-B289-4F35-B15D-550D1E0EF5C5}"/>
                </a:ext>
              </a:extLst>
            </p:cNvPr>
            <p:cNvSpPr/>
            <p:nvPr/>
          </p:nvSpPr>
          <p:spPr>
            <a:xfrm>
              <a:off x="595686" y="126124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000355 - </a:t>
              </a:r>
              <a:r>
                <a:rPr lang="ko-KR" alt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담당자명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Arrow Down">
              <a:extLst>
                <a:ext uri="{FF2B5EF4-FFF2-40B4-BE49-F238E27FC236}">
                  <a16:creationId xmlns:a16="http://schemas.microsoft.com/office/drawing/2014/main" xmlns="" id="{E0E0F9BB-3B20-441B-9B85-8A122C858EA2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265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코드공유 </a:t>
            </a:r>
            <a:r>
              <a:rPr lang="en-US" altLang="ko-KR" dirty="0"/>
              <a:t>(WF0018)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xmlns="" id="{E6624022-C227-40F7-A990-F047F49A61B7}"/>
              </a:ext>
            </a:extLst>
          </p:cNvPr>
          <p:cNvSpPr txBox="1"/>
          <p:nvPr/>
        </p:nvSpPr>
        <p:spPr>
          <a:xfrm>
            <a:off x="1105065" y="2164808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코드 공유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xmlns="" id="{46862102-E604-4663-BA00-90C3D87C6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07943"/>
              </p:ext>
            </p:extLst>
          </p:nvPr>
        </p:nvGraphicFramePr>
        <p:xfrm>
          <a:off x="1098336" y="2923512"/>
          <a:ext cx="6429198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126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698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44933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200180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공유일자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Tableau </a:t>
                      </a:r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사용 </a:t>
                      </a:r>
                      <a:r>
                        <a:rPr lang="en-US" altLang="ko-KR" sz="1000" u="sng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tsclust</a:t>
                      </a:r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 function Code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XXX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국가별 </a:t>
                      </a:r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Top5 </a:t>
                      </a:r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매출 출력 쿼리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YYY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sng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Softmax</a:t>
                      </a:r>
                      <a:r>
                        <a:rPr 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Regression R code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ZZZ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23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43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D39D236F-2F68-4967-AFD1-D7BC27F52F19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62405" y="2604547"/>
            <a:ext cx="1035146" cy="241092"/>
            <a:chOff x="928688" y="1261242"/>
            <a:chExt cx="1035146" cy="241092"/>
          </a:xfrm>
        </p:grpSpPr>
        <p:sp>
          <p:nvSpPr>
            <p:cNvPr id="44" name="Text Box">
              <a:extLst>
                <a:ext uri="{FF2B5EF4-FFF2-40B4-BE49-F238E27FC236}">
                  <a16:creationId xmlns:a16="http://schemas.microsoft.com/office/drawing/2014/main" xmlns="" id="{79B9326E-A160-45B7-859C-871CAE1E06EE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47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DEE135D2-1291-4DBF-A19C-F6D19161A3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1EE416A-FA9F-4B93-AD3D-AEE97013811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73655" y="2604547"/>
            <a:ext cx="1035146" cy="241092"/>
            <a:chOff x="928688" y="1261242"/>
            <a:chExt cx="1035146" cy="241092"/>
          </a:xfrm>
        </p:grpSpPr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783242FA-A7A5-4BE7-A97E-A822E149145B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50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3A35C204-4C4A-4F63-8DE9-36546083D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1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032B509-B371-49FB-A322-7C68DE311BC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372295" y="2607889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E7B390AF-D445-47F7-857E-6B082025C415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53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A2C5ED19-8BD9-4B27-BFB3-0AB3BD66D42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1" name="Pagination">
            <a:extLst>
              <a:ext uri="{FF2B5EF4-FFF2-40B4-BE49-F238E27FC236}">
                <a16:creationId xmlns:a16="http://schemas.microsoft.com/office/drawing/2014/main" xmlns="" id="{82E206A1-6CE5-4EFC-858C-7E53718B6EBA}"/>
              </a:ext>
            </a:extLst>
          </p:cNvPr>
          <p:cNvSpPr txBox="1"/>
          <p:nvPr/>
        </p:nvSpPr>
        <p:spPr>
          <a:xfrm>
            <a:off x="3502279" y="420825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089248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코드 상세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페이지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914455" y="4001608"/>
            <a:ext cx="1906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코드 공유 목록페이지입니다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사용자간 사용했던 코드를 공유 할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319583" y="2534002"/>
            <a:ext cx="1562318" cy="3727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5318515" y="226655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491145" y="3184757"/>
            <a:ext cx="2215882" cy="10234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2599086" y="292351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207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자원모니터링 </a:t>
            </a:r>
            <a:r>
              <a:rPr lang="en-US" altLang="ko-KR" dirty="0"/>
              <a:t>(WF0019)</a:t>
            </a:r>
            <a:endParaRPr lang="ko-KR" altLang="en-US" dirty="0"/>
          </a:p>
        </p:txBody>
      </p:sp>
      <p:grpSp>
        <p:nvGrpSpPr>
          <p:cNvPr id="10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85AB77D-93D1-4787-A4BD-4EBD2F4802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10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E82392C-EC3A-4188-BFB4-34734EFA743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A40ABBB-E51D-409D-99D6-E78407021EA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7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076AF67-3F56-4521-9EE3-C7EFEF4469D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9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169503BC-AE63-4C48-A528-F60EAB380D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0F4246BF-6CC8-4FEA-981F-F2088A6C6AF5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2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D0841A4-EC29-4C16-AE9F-7B3AEA2051C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8" name="Navigation Buttons">
              <a:extLst>
                <a:ext uri="{FF2B5EF4-FFF2-40B4-BE49-F238E27FC236}">
                  <a16:creationId xmlns:a16="http://schemas.microsoft.com/office/drawing/2014/main" xmlns="" id="{FAE290BF-CC52-4D8C-BC1D-A145D221CBF8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9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04E0A2F-524B-4527-89EE-BFD5E18763E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F520B79-FF1F-4AE2-83BE-45124E562A2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9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EEE285D-6CD2-479A-9243-0471110FC5E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C993AEBD-6391-4FB2-9424-23877E8285A8}"/>
              </a:ext>
            </a:extLst>
          </p:cNvPr>
          <p:cNvGrpSpPr/>
          <p:nvPr/>
        </p:nvGrpSpPr>
        <p:grpSpPr>
          <a:xfrm>
            <a:off x="1097445" y="2137309"/>
            <a:ext cx="6453891" cy="3725327"/>
            <a:chOff x="713634" y="1098214"/>
            <a:chExt cx="7956442" cy="3836071"/>
          </a:xfrm>
        </p:grpSpPr>
        <p:sp>
          <p:nvSpPr>
            <p:cNvPr id="45" name="Placeholder Tile">
              <a:extLst>
                <a:ext uri="{FF2B5EF4-FFF2-40B4-BE49-F238E27FC236}">
                  <a16:creationId xmlns:a16="http://schemas.microsoft.com/office/drawing/2014/main" xmlns="" id="{E6B97121-3118-4EEB-AB54-382832C3DD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3634" y="131990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46" name="Placeholder Tile">
              <a:extLst>
                <a:ext uri="{FF2B5EF4-FFF2-40B4-BE49-F238E27FC236}">
                  <a16:creationId xmlns:a16="http://schemas.microsoft.com/office/drawing/2014/main" xmlns="" id="{9632120E-887F-424E-B129-77B1A19652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7271" y="131990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4" name="Placeholder Tile">
              <a:extLst>
                <a:ext uri="{FF2B5EF4-FFF2-40B4-BE49-F238E27FC236}">
                  <a16:creationId xmlns:a16="http://schemas.microsoft.com/office/drawing/2014/main" xmlns="" id="{ACB38651-B689-4E55-9E46-B69DD43E75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80907" y="131990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5" name="Placeholder Tile">
              <a:extLst>
                <a:ext uri="{FF2B5EF4-FFF2-40B4-BE49-F238E27FC236}">
                  <a16:creationId xmlns:a16="http://schemas.microsoft.com/office/drawing/2014/main" xmlns="" id="{EA943112-51EF-42C5-BA5E-967A4FF017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3634" y="254465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6" name="Placeholder Tile">
              <a:extLst>
                <a:ext uri="{FF2B5EF4-FFF2-40B4-BE49-F238E27FC236}">
                  <a16:creationId xmlns:a16="http://schemas.microsoft.com/office/drawing/2014/main" xmlns="" id="{A392E1B9-E7F3-4A75-BDE9-D476DC38D9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7271" y="254465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7" name="Placeholder Tile">
              <a:extLst>
                <a:ext uri="{FF2B5EF4-FFF2-40B4-BE49-F238E27FC236}">
                  <a16:creationId xmlns:a16="http://schemas.microsoft.com/office/drawing/2014/main" xmlns="" id="{C5DA8552-712A-449D-8C3E-39DC67FF2D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80907" y="2544657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8" name="Placeholder Tile">
              <a:extLst>
                <a:ext uri="{FF2B5EF4-FFF2-40B4-BE49-F238E27FC236}">
                  <a16:creationId xmlns:a16="http://schemas.microsoft.com/office/drawing/2014/main" xmlns="" id="{6259165C-E877-437A-97F2-50752A4775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3634" y="3769405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59" name="Placeholder Tile">
              <a:extLst>
                <a:ext uri="{FF2B5EF4-FFF2-40B4-BE49-F238E27FC236}">
                  <a16:creationId xmlns:a16="http://schemas.microsoft.com/office/drawing/2014/main" xmlns="" id="{94F6C63F-34DC-4783-9AF8-8DBAA63431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97271" y="3769405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60" name="Placeholder Tile">
              <a:extLst>
                <a:ext uri="{FF2B5EF4-FFF2-40B4-BE49-F238E27FC236}">
                  <a16:creationId xmlns:a16="http://schemas.microsoft.com/office/drawing/2014/main" xmlns="" id="{F54EF0F0-3539-4CA9-BBFD-614F40C76C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80907" y="3769405"/>
              <a:ext cx="2581624" cy="1156682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54864" tIns="36576" rIns="54864" bIns="36576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xmlns="" id="{AEF6AF52-802A-47AD-8475-1AC5174880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994" t="20285" r="4428" b="9480"/>
            <a:stretch/>
          </p:blipFill>
          <p:spPr>
            <a:xfrm>
              <a:off x="726069" y="1324680"/>
              <a:ext cx="2569189" cy="1165005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xmlns="" id="{666CC4A7-9C2E-479A-91CD-92E55C944A0A}"/>
                </a:ext>
              </a:extLst>
            </p:cNvPr>
            <p:cNvSpPr txBox="1"/>
            <p:nvPr/>
          </p:nvSpPr>
          <p:spPr>
            <a:xfrm>
              <a:off x="1388895" y="1098214"/>
              <a:ext cx="12202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S3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전체 사용량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(</a:t>
              </a:r>
              <a:r>
                <a:rPr kumimoji="0" lang="ko-KR" altLang="en-US" sz="1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버킷단위로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표현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)</a:t>
              </a:r>
            </a:p>
          </p:txBody>
        </p: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xmlns="" id="{7BCC8ABA-40D3-4212-8D02-4983078355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037" t="17823" r="3037" b="6502"/>
            <a:stretch/>
          </p:blipFill>
          <p:spPr>
            <a:xfrm>
              <a:off x="3397270" y="1319906"/>
              <a:ext cx="2581624" cy="1169778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xmlns="" id="{BF2AAFD9-5987-44CF-84C4-61F44DA75991}"/>
                </a:ext>
              </a:extLst>
            </p:cNvPr>
            <p:cNvSpPr txBox="1"/>
            <p:nvPr/>
          </p:nvSpPr>
          <p:spPr>
            <a:xfrm>
              <a:off x="4282417" y="1098214"/>
              <a:ext cx="8707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월간 업로드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일단위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용량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xmlns="" id="{ADC94217-D7D4-4983-BE11-4155D5500F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129" t="25348" r="5473" b="6379"/>
            <a:stretch/>
          </p:blipFill>
          <p:spPr>
            <a:xfrm>
              <a:off x="6074468" y="1319907"/>
              <a:ext cx="2581624" cy="1165007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1CE5E75F-A4A1-4CB1-8FCA-D7DD0C862C5C}"/>
                </a:ext>
              </a:extLst>
            </p:cNvPr>
            <p:cNvSpPr txBox="1"/>
            <p:nvPr/>
          </p:nvSpPr>
          <p:spPr>
            <a:xfrm>
              <a:off x="6809536" y="1098214"/>
              <a:ext cx="13003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월간 </a:t>
              </a:r>
              <a:r>
                <a:rPr lang="ko-KR" altLang="en-US" sz="1000" b="1" kern="0" dirty="0">
                  <a:solidFill>
                    <a:prstClr val="black"/>
                  </a:solidFill>
                </a:rPr>
                <a:t>사용자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업로드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일단위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용량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xmlns="" id="{85AB5500-F488-4A5E-9894-97245614A4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129" t="31762" r="3129" b="17835"/>
            <a:stretch/>
          </p:blipFill>
          <p:spPr>
            <a:xfrm>
              <a:off x="718498" y="2540431"/>
              <a:ext cx="2569189" cy="1165005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xmlns="" id="{B270F2C5-9E5C-4B37-BB00-B5B808D499AD}"/>
                </a:ext>
              </a:extLst>
            </p:cNvPr>
            <p:cNvSpPr txBox="1"/>
            <p:nvPr/>
          </p:nvSpPr>
          <p:spPr>
            <a:xfrm>
              <a:off x="1179299" y="2491612"/>
              <a:ext cx="17299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가장 샌드박스 활용이 많은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kern="0" dirty="0">
                  <a:solidFill>
                    <a:prstClr val="black"/>
                  </a:solidFill>
                </a:rPr>
                <a:t>부서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xmlns="" id="{6428191E-C9FA-4A95-98BA-7E9E5F27AB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385" t="25348" r="3035" b="6379"/>
            <a:stretch/>
          </p:blipFill>
          <p:spPr>
            <a:xfrm>
              <a:off x="3402992" y="2535670"/>
              <a:ext cx="2581624" cy="1165007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xmlns="" id="{A8013F92-5119-4D07-AC3C-979BFC7374D6}"/>
                </a:ext>
              </a:extLst>
            </p:cNvPr>
            <p:cNvSpPr txBox="1"/>
            <p:nvPr/>
          </p:nvSpPr>
          <p:spPr>
            <a:xfrm>
              <a:off x="3822748" y="2491612"/>
              <a:ext cx="16017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b="1" kern="0" dirty="0">
                  <a:solidFill>
                    <a:prstClr val="black"/>
                  </a:solidFill>
                </a:rPr>
                <a:t>생성된 인스턴스 시간 </a:t>
              </a:r>
              <a:r>
                <a:rPr lang="en-US" altLang="ko-KR" sz="1000" b="1" kern="0" dirty="0">
                  <a:solidFill>
                    <a:prstClr val="black"/>
                  </a:solidFill>
                </a:rPr>
                <a:t>vs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실제 사용 인스턴스 시간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xmlns="" id="{A15F2363-069C-42E7-B3B7-4A61576134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5473" t="25417" r="5473" b="14118"/>
            <a:stretch/>
          </p:blipFill>
          <p:spPr>
            <a:xfrm>
              <a:off x="6082696" y="2539448"/>
              <a:ext cx="2579835" cy="1165007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15F46E4B-CF8E-45D1-B21A-6B1292F2E274}"/>
                </a:ext>
              </a:extLst>
            </p:cNvPr>
            <p:cNvSpPr txBox="1"/>
            <p:nvPr/>
          </p:nvSpPr>
          <p:spPr>
            <a:xfrm>
              <a:off x="6277422" y="2491612"/>
              <a:ext cx="2267902" cy="4970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전일 다운로드 승인요청 대기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,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승인완료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,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실제 다운로드 현황</a:t>
              </a:r>
            </a:p>
          </p:txBody>
        </p:sp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xmlns="" id="{A71DE6E9-7633-41A8-BE5F-E83CF80058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994" t="20285" r="4428" b="9480"/>
            <a:stretch/>
          </p:blipFill>
          <p:spPr>
            <a:xfrm>
              <a:off x="726069" y="3769279"/>
              <a:ext cx="2569189" cy="1165005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xmlns="" id="{A0703D9B-AC74-454C-A0AA-4202B9332734}"/>
                </a:ext>
              </a:extLst>
            </p:cNvPr>
            <p:cNvSpPr txBox="1"/>
            <p:nvPr/>
          </p:nvSpPr>
          <p:spPr>
            <a:xfrm>
              <a:off x="1348823" y="3624850"/>
              <a:ext cx="13003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부서별 샌드박스 수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xmlns="" id="{79BD3B99-BB2D-43D3-AB4F-43EEB2BCDC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3129" t="31762" r="3129" b="17835"/>
            <a:stretch/>
          </p:blipFill>
          <p:spPr>
            <a:xfrm>
              <a:off x="3397269" y="3769279"/>
              <a:ext cx="2569189" cy="1165005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xmlns="" id="{A4290190-07BC-4A10-92E5-F1138397E77F}"/>
                </a:ext>
              </a:extLst>
            </p:cNvPr>
            <p:cNvSpPr txBox="1"/>
            <p:nvPr/>
          </p:nvSpPr>
          <p:spPr>
            <a:xfrm>
              <a:off x="3993876" y="3624850"/>
              <a:ext cx="14478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24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시간 이상 실행중인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sandbox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현황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xmlns="" id="{65B01AD1-7673-4469-9B2D-743715642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duotone>
                <a:srgbClr val="2ECAD7">
                  <a:shade val="45000"/>
                  <a:satMod val="135000"/>
                </a:srgbClr>
                <a:prstClr val="white"/>
              </a:duotone>
            </a:blip>
            <a:srcRect l="5473" t="23102" r="5473" b="16615"/>
            <a:stretch/>
          </p:blipFill>
          <p:spPr>
            <a:xfrm>
              <a:off x="6074468" y="3770062"/>
              <a:ext cx="2595608" cy="1164223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xmlns="" id="{C961F9AD-8488-4344-8B77-812505F00B72}"/>
                </a:ext>
              </a:extLst>
            </p:cNvPr>
            <p:cNvSpPr txBox="1"/>
            <p:nvPr/>
          </p:nvSpPr>
          <p:spPr>
            <a:xfrm>
              <a:off x="6554031" y="3624850"/>
              <a:ext cx="1647562" cy="4970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최근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주일간 접근이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없었던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sandbox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03FE97A2-7B41-4AFF-B7D8-B67B341FBF30}"/>
              </a:ext>
            </a:extLst>
          </p:cNvPr>
          <p:cNvSpPr txBox="1"/>
          <p:nvPr/>
        </p:nvSpPr>
        <p:spPr>
          <a:xfrm rot="20696192">
            <a:off x="7205335" y="4116186"/>
            <a:ext cx="305083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모니터링 지표 정의 후 확정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52680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페이지 미정</a:t>
            </a:r>
            <a:endParaRPr lang="en-US" altLang="ko-KR" sz="800" dirty="0" smtClean="0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83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설정관리 </a:t>
            </a:r>
            <a:r>
              <a:rPr lang="en-US" altLang="ko-KR" dirty="0"/>
              <a:t>(WF0020)</a:t>
            </a:r>
            <a:endParaRPr lang="ko-KR" altLang="en-US" dirty="0"/>
          </a:p>
        </p:txBody>
      </p:sp>
      <p:grpSp>
        <p:nvGrpSpPr>
          <p:cNvPr id="90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281CF56D-4C85-4DF1-A6A9-40423B4576D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570668"/>
            <a:chOff x="595684" y="1261242"/>
            <a:chExt cx="6668462" cy="4570668"/>
          </a:xfrm>
        </p:grpSpPr>
        <p:sp>
          <p:nvSpPr>
            <p:cNvPr id="10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FCCC0AB3-6714-4519-AC9B-4151972ECB1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796227"/>
              <a:ext cx="6668462" cy="403568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71377948-D978-47C1-AC7F-3DEC5FE7DA41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102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CE6C5151-AAE0-4E7A-8B81-F504BEE851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65143B20-9A4E-449A-95F9-8DC783C049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8D4DED3C-9330-4F08-8D17-4D9D863225DC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11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37E63858-5D93-45AC-A59F-EAB34340B19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24" name="Navigation Buttons">
              <a:extLst>
                <a:ext uri="{FF2B5EF4-FFF2-40B4-BE49-F238E27FC236}">
                  <a16:creationId xmlns:a16="http://schemas.microsoft.com/office/drawing/2014/main" xmlns="" id="{5503F385-EADA-4B4C-8046-2907582FC171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25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FF46F5C-7ECE-4D3A-B563-74826C0B680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6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E35011A7-993B-4AE3-AF70-A74AC079470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7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6A83CA32-6783-4F8A-85DF-F26B0C0C571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xmlns="" id="{F1A3150A-8E9B-46F6-937D-EE114F257F70}"/>
              </a:ext>
            </a:extLst>
          </p:cNvPr>
          <p:cNvSpPr txBox="1"/>
          <p:nvPr/>
        </p:nvSpPr>
        <p:spPr>
          <a:xfrm>
            <a:off x="1105065" y="2164808"/>
            <a:ext cx="2400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</a:t>
            </a:r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분석포탈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설정관리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xmlns="" id="{9588137A-E475-4C33-B724-CA08FC9DD264}"/>
              </a:ext>
            </a:extLst>
          </p:cNvPr>
          <p:cNvSpPr txBox="1"/>
          <p:nvPr/>
        </p:nvSpPr>
        <p:spPr>
          <a:xfrm rot="20696192">
            <a:off x="2664931" y="3848672"/>
            <a:ext cx="328166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관리자 설정항목 확정 후 설계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526807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914455" y="4001608"/>
            <a:ext cx="1906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solidFill>
                  <a:srgbClr val="FF0000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페이지 미정</a:t>
            </a:r>
            <a:endParaRPr lang="en-US" altLang="ko-KR" sz="800" dirty="0" smtClean="0">
              <a:solidFill>
                <a:srgbClr val="FF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971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승인관리 </a:t>
            </a:r>
            <a:r>
              <a:rPr lang="en-US" altLang="ko-KR" dirty="0"/>
              <a:t>(WF0021)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047428EB-9C63-4C9B-A23A-6A7DD07A9CB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0387" y="1637611"/>
            <a:ext cx="6423911" cy="419292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6C41874C-E824-407A-A769-9C7A69D64B4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12EBFC0B-40C3-4946-92DA-03D7A70525B3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6D8473BD-CF4F-4864-A757-43FE8FDEC30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2124F546-5906-4B9A-A5A8-B84EBB36A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2E82146C-BEB9-4FD0-A92D-08298AB48FEE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4C81552-00C8-4471-882B-F54167C1FEF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7383D4CC-B5F2-4792-BBD3-12A39C874843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315B3D5E-6D00-4D0F-ADD2-99B67B95076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94836E05-4C13-487F-A120-F3791B228E5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9C1446DD-AC37-4266-B4BD-C8391D4881F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8927263-EB88-4913-B070-EC52343D0B93}"/>
              </a:ext>
            </a:extLst>
          </p:cNvPr>
          <p:cNvSpPr txBox="1"/>
          <p:nvPr/>
        </p:nvSpPr>
        <p:spPr>
          <a:xfrm>
            <a:off x="182462" y="2271643"/>
            <a:ext cx="4310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샌드박스 신청 및 데이터 다운로드 승인 관리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xmlns="" id="{D13E68F1-86EA-4FEE-98C7-589C4EAB0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39720"/>
              </p:ext>
            </p:extLst>
          </p:nvPr>
        </p:nvGraphicFramePr>
        <p:xfrm>
          <a:off x="271877" y="3210018"/>
          <a:ext cx="5951840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40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97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5040">
                  <a:extLst>
                    <a:ext uri="{9D8B030D-6E8A-4147-A177-3AD203B41FA5}">
                      <a16:colId xmlns:a16="http://schemas.microsoft.com/office/drawing/2014/main" xmlns="" val="264727724"/>
                    </a:ext>
                  </a:extLst>
                </a:gridCol>
                <a:gridCol w="1074134">
                  <a:extLst>
                    <a:ext uri="{9D8B030D-6E8A-4147-A177-3AD203B41FA5}">
                      <a16:colId xmlns:a16="http://schemas.microsoft.com/office/drawing/2014/main" xmlns="" val="4164048327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xmlns="" val="361789195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0956">
                  <a:extLst>
                    <a:ext uri="{9D8B030D-6E8A-4147-A177-3AD203B41FA5}">
                      <a16:colId xmlns:a16="http://schemas.microsoft.com/office/drawing/2014/main" xmlns="" val="507185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EP-ID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부서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신청 샌드박스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신청일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1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242D29CF-7D45-4B65-8429-8F87F5F150A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567681" y="2653846"/>
            <a:ext cx="1035146" cy="241092"/>
            <a:chOff x="928688" y="1261242"/>
            <a:chExt cx="1035146" cy="241092"/>
          </a:xfrm>
        </p:grpSpPr>
        <p:sp>
          <p:nvSpPr>
            <p:cNvPr id="17" name="Text Box">
              <a:extLst>
                <a:ext uri="{FF2B5EF4-FFF2-40B4-BE49-F238E27FC236}">
                  <a16:creationId xmlns:a16="http://schemas.microsoft.com/office/drawing/2014/main" xmlns="" id="{FFF02A09-95D9-4C0F-B0A8-01F6AD24AB82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1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7ED0528D-3A3C-48BF-B650-772BBB21B8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499EE8E3-9D6A-4CCD-83B8-130920D49080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678931" y="2653846"/>
            <a:ext cx="1035146" cy="241092"/>
            <a:chOff x="928688" y="1261242"/>
            <a:chExt cx="1035146" cy="241092"/>
          </a:xfrm>
        </p:grpSpPr>
        <p:sp>
          <p:nvSpPr>
            <p:cNvPr id="20" name="Text Box">
              <a:extLst>
                <a:ext uri="{FF2B5EF4-FFF2-40B4-BE49-F238E27FC236}">
                  <a16:creationId xmlns:a16="http://schemas.microsoft.com/office/drawing/2014/main" xmlns="" id="{A1A53971-2F7B-4080-9F3A-C3A32A6F2A21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2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900239F3-A3D1-4A2E-9689-6CD74B0C1C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77654F1-C1AF-4180-9B55-192AEF54A9D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877571" y="2657188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23" name="Text Box">
              <a:extLst>
                <a:ext uri="{FF2B5EF4-FFF2-40B4-BE49-F238E27FC236}">
                  <a16:creationId xmlns:a16="http://schemas.microsoft.com/office/drawing/2014/main" xmlns="" id="{9794D53E-92FA-449C-9150-BB27D605A4F2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24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88E620DA-E213-48FB-AD31-A1C282A393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Pagination">
            <a:extLst>
              <a:ext uri="{FF2B5EF4-FFF2-40B4-BE49-F238E27FC236}">
                <a16:creationId xmlns:a16="http://schemas.microsoft.com/office/drawing/2014/main" xmlns="" id="{43F9B28E-E48D-47EA-A9C9-0E952A004C65}"/>
              </a:ext>
            </a:extLst>
          </p:cNvPr>
          <p:cNvSpPr txBox="1"/>
          <p:nvPr/>
        </p:nvSpPr>
        <p:spPr>
          <a:xfrm>
            <a:off x="3164528" y="4172940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6" name="Button">
            <a:extLst>
              <a:ext uri="{FF2B5EF4-FFF2-40B4-BE49-F238E27FC236}">
                <a16:creationId xmlns:a16="http://schemas.microsoft.com/office/drawing/2014/main" xmlns="" id="{D075245E-6C60-4481-821D-A37E37908B83}"/>
              </a:ext>
            </a:extLst>
          </p:cNvPr>
          <p:cNvSpPr>
            <a:spLocks/>
          </p:cNvSpPr>
          <p:nvPr/>
        </p:nvSpPr>
        <p:spPr bwMode="auto">
          <a:xfrm>
            <a:off x="5727678" y="356496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Button">
            <a:extLst>
              <a:ext uri="{FF2B5EF4-FFF2-40B4-BE49-F238E27FC236}">
                <a16:creationId xmlns:a16="http://schemas.microsoft.com/office/drawing/2014/main" xmlns="" id="{4730C676-EFE1-4CB3-98C7-8279F8AE07E4}"/>
              </a:ext>
            </a:extLst>
          </p:cNvPr>
          <p:cNvSpPr>
            <a:spLocks/>
          </p:cNvSpPr>
          <p:nvPr/>
        </p:nvSpPr>
        <p:spPr bwMode="auto">
          <a:xfrm>
            <a:off x="5727677" y="387391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Pagination">
            <a:extLst>
              <a:ext uri="{FF2B5EF4-FFF2-40B4-BE49-F238E27FC236}">
                <a16:creationId xmlns:a16="http://schemas.microsoft.com/office/drawing/2014/main" xmlns="" id="{244644DD-6D3B-42B6-BC71-882D9804FC49}"/>
              </a:ext>
            </a:extLst>
          </p:cNvPr>
          <p:cNvSpPr txBox="1"/>
          <p:nvPr/>
        </p:nvSpPr>
        <p:spPr>
          <a:xfrm>
            <a:off x="3164528" y="5591565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DF2260D0-CBD6-4FAE-878D-E2C917B37213}"/>
              </a:ext>
            </a:extLst>
          </p:cNvPr>
          <p:cNvSpPr txBox="1"/>
          <p:nvPr/>
        </p:nvSpPr>
        <p:spPr>
          <a:xfrm>
            <a:off x="173410" y="4305745"/>
            <a:ext cx="2040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 다운로드 신청 현황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B22112DD-A141-4F5C-8B65-37CE5E747409}"/>
              </a:ext>
            </a:extLst>
          </p:cNvPr>
          <p:cNvSpPr txBox="1"/>
          <p:nvPr/>
        </p:nvSpPr>
        <p:spPr>
          <a:xfrm>
            <a:off x="285088" y="2863437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샌드박스 신청 현황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xmlns="" id="{55577E57-89C1-4173-95F9-747E66DE5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98965"/>
              </p:ext>
            </p:extLst>
          </p:nvPr>
        </p:nvGraphicFramePr>
        <p:xfrm>
          <a:off x="258402" y="4651751"/>
          <a:ext cx="5951840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40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971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5040">
                  <a:extLst>
                    <a:ext uri="{9D8B030D-6E8A-4147-A177-3AD203B41FA5}">
                      <a16:colId xmlns:a16="http://schemas.microsoft.com/office/drawing/2014/main" xmlns="" val="264727724"/>
                    </a:ext>
                  </a:extLst>
                </a:gridCol>
                <a:gridCol w="1074134">
                  <a:extLst>
                    <a:ext uri="{9D8B030D-6E8A-4147-A177-3AD203B41FA5}">
                      <a16:colId xmlns:a16="http://schemas.microsoft.com/office/drawing/2014/main" xmlns="" val="4164048327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xmlns="" val="361789195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0956">
                  <a:extLst>
                    <a:ext uri="{9D8B030D-6E8A-4147-A177-3AD203B41FA5}">
                      <a16:colId xmlns:a16="http://schemas.microsoft.com/office/drawing/2014/main" xmlns="" val="507185089"/>
                    </a:ext>
                  </a:extLst>
                </a:gridCol>
              </a:tblGrid>
              <a:tr h="29963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EP-ID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부서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다운로드 신청 데이터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신청일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6" name="Button">
            <a:extLst>
              <a:ext uri="{FF2B5EF4-FFF2-40B4-BE49-F238E27FC236}">
                <a16:creationId xmlns:a16="http://schemas.microsoft.com/office/drawing/2014/main" xmlns="" id="{AC9C5977-4A02-4648-AF47-44E0CC2D30A9}"/>
              </a:ext>
            </a:extLst>
          </p:cNvPr>
          <p:cNvSpPr>
            <a:spLocks/>
          </p:cNvSpPr>
          <p:nvPr/>
        </p:nvSpPr>
        <p:spPr bwMode="auto">
          <a:xfrm>
            <a:off x="5727677" y="500469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Button">
            <a:extLst>
              <a:ext uri="{FF2B5EF4-FFF2-40B4-BE49-F238E27FC236}">
                <a16:creationId xmlns:a16="http://schemas.microsoft.com/office/drawing/2014/main" xmlns="" id="{5F0B21E2-2322-4EC3-8E52-A4E1F6610390}"/>
              </a:ext>
            </a:extLst>
          </p:cNvPr>
          <p:cNvSpPr>
            <a:spLocks/>
          </p:cNvSpPr>
          <p:nvPr/>
        </p:nvSpPr>
        <p:spPr bwMode="auto">
          <a:xfrm>
            <a:off x="5727677" y="530371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Button">
            <a:extLst>
              <a:ext uri="{FF2B5EF4-FFF2-40B4-BE49-F238E27FC236}">
                <a16:creationId xmlns:a16="http://schemas.microsoft.com/office/drawing/2014/main" xmlns="" id="{8CF10BC1-B25E-49AF-AD25-6159C07E289F}"/>
              </a:ext>
            </a:extLst>
          </p:cNvPr>
          <p:cNvSpPr>
            <a:spLocks/>
          </p:cNvSpPr>
          <p:nvPr/>
        </p:nvSpPr>
        <p:spPr bwMode="auto">
          <a:xfrm>
            <a:off x="5254539" y="2986442"/>
            <a:ext cx="950387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 이력 보기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Button">
            <a:extLst>
              <a:ext uri="{FF2B5EF4-FFF2-40B4-BE49-F238E27FC236}">
                <a16:creationId xmlns:a16="http://schemas.microsoft.com/office/drawing/2014/main" xmlns="" id="{1206A9F8-6B41-4042-874D-0B2DB6371414}"/>
              </a:ext>
            </a:extLst>
          </p:cNvPr>
          <p:cNvSpPr>
            <a:spLocks/>
          </p:cNvSpPr>
          <p:nvPr/>
        </p:nvSpPr>
        <p:spPr bwMode="auto">
          <a:xfrm>
            <a:off x="5296855" y="4339043"/>
            <a:ext cx="950387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 이력 보기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0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D8606D20-0C01-4DEC-9EFF-F92B63E1372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579254" y="1461840"/>
            <a:ext cx="3620490" cy="4352544"/>
            <a:chOff x="595684" y="1261242"/>
            <a:chExt cx="6668462" cy="4352544"/>
          </a:xfrm>
        </p:grpSpPr>
        <p:sp>
          <p:nvSpPr>
            <p:cNvPr id="41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7235B213-E756-45C3-A47B-AC1C7F8958D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11A4929-9598-448F-B0B7-51517FB98DD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1D2C1D0-A1EF-4A98-A56D-08CD9E66096C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A8F03D5-BABA-440C-9A3B-4762988ECD5C}"/>
              </a:ext>
            </a:extLst>
          </p:cNvPr>
          <p:cNvSpPr txBox="1"/>
          <p:nvPr/>
        </p:nvSpPr>
        <p:spPr>
          <a:xfrm>
            <a:off x="6734850" y="1860650"/>
            <a:ext cx="1837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승인 및 반려 처리</a:t>
            </a:r>
          </a:p>
        </p:txBody>
      </p:sp>
      <p:grpSp>
        <p:nvGrpSpPr>
          <p:cNvPr id="45" name="Labeled Field">
            <a:extLst>
              <a:ext uri="{FF2B5EF4-FFF2-40B4-BE49-F238E27FC236}">
                <a16:creationId xmlns:a16="http://schemas.microsoft.com/office/drawing/2014/main" xmlns="" id="{955594B7-DB07-49B0-B624-58D5B4323A54}"/>
              </a:ext>
            </a:extLst>
          </p:cNvPr>
          <p:cNvGrpSpPr/>
          <p:nvPr/>
        </p:nvGrpSpPr>
        <p:grpSpPr>
          <a:xfrm>
            <a:off x="6688577" y="2306929"/>
            <a:ext cx="2393069" cy="241121"/>
            <a:chOff x="959626" y="2039771"/>
            <a:chExt cx="2711269" cy="241121"/>
          </a:xfrm>
        </p:grpSpPr>
        <p:sp>
          <p:nvSpPr>
            <p:cNvPr id="46" name="Text Box">
              <a:extLst>
                <a:ext uri="{FF2B5EF4-FFF2-40B4-BE49-F238E27FC236}">
                  <a16:creationId xmlns:a16="http://schemas.microsoft.com/office/drawing/2014/main" xmlns="" id="{7B61863F-32D7-4077-ADCA-E68BE89531B6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Label">
              <a:extLst>
                <a:ext uri="{FF2B5EF4-FFF2-40B4-BE49-F238E27FC236}">
                  <a16:creationId xmlns:a16="http://schemas.microsoft.com/office/drawing/2014/main" xmlns="" id="{96DF52B9-251E-4265-8149-30CE6EB2A550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8" name="Labeled Field">
            <a:extLst>
              <a:ext uri="{FF2B5EF4-FFF2-40B4-BE49-F238E27FC236}">
                <a16:creationId xmlns:a16="http://schemas.microsoft.com/office/drawing/2014/main" xmlns="" id="{6DA73D9F-D2C2-4EA6-A485-4F4BB15F138A}"/>
              </a:ext>
            </a:extLst>
          </p:cNvPr>
          <p:cNvGrpSpPr/>
          <p:nvPr/>
        </p:nvGrpSpPr>
        <p:grpSpPr>
          <a:xfrm>
            <a:off x="6688575" y="2577446"/>
            <a:ext cx="2393071" cy="258922"/>
            <a:chOff x="959624" y="2039800"/>
            <a:chExt cx="2711271" cy="258922"/>
          </a:xfrm>
        </p:grpSpPr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1C71D949-D888-401E-8F02-406847B04C76}"/>
                </a:ext>
              </a:extLst>
            </p:cNvPr>
            <p:cNvSpPr/>
            <p:nvPr/>
          </p:nvSpPr>
          <p:spPr>
            <a:xfrm>
              <a:off x="1983159" y="2057630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Label">
              <a:extLst>
                <a:ext uri="{FF2B5EF4-FFF2-40B4-BE49-F238E27FC236}">
                  <a16:creationId xmlns:a16="http://schemas.microsoft.com/office/drawing/2014/main" xmlns="" id="{E771EB8A-9E3E-4DAC-836F-AD2361083E23}"/>
                </a:ext>
              </a:extLst>
            </p:cNvPr>
            <p:cNvSpPr txBox="1"/>
            <p:nvPr/>
          </p:nvSpPr>
          <p:spPr>
            <a:xfrm>
              <a:off x="959624" y="2039800"/>
              <a:ext cx="9037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신청부서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51" name="Label">
            <a:extLst>
              <a:ext uri="{FF2B5EF4-FFF2-40B4-BE49-F238E27FC236}">
                <a16:creationId xmlns:a16="http://schemas.microsoft.com/office/drawing/2014/main" xmlns="" id="{5740859C-702D-443A-BADF-19225F422CEA}"/>
              </a:ext>
            </a:extLst>
          </p:cNvPr>
          <p:cNvSpPr txBox="1"/>
          <p:nvPr/>
        </p:nvSpPr>
        <p:spPr>
          <a:xfrm>
            <a:off x="6688574" y="2896470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52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AB62B9B4-462F-4817-AC0A-3DA962431EC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591986" y="2896499"/>
            <a:ext cx="1261544" cy="241092"/>
            <a:chOff x="928687" y="1261242"/>
            <a:chExt cx="1489659" cy="241092"/>
          </a:xfrm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8F9FACD6-D77A-4504-87CA-40748FF752DD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4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545FEF1-0374-4FB4-895F-35F65064A1FA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5" name="Label">
            <a:extLst>
              <a:ext uri="{FF2B5EF4-FFF2-40B4-BE49-F238E27FC236}">
                <a16:creationId xmlns:a16="http://schemas.microsoft.com/office/drawing/2014/main" xmlns="" id="{8246D12F-D275-42A2-AD69-FA5C781EB768}"/>
              </a:ext>
            </a:extLst>
          </p:cNvPr>
          <p:cNvSpPr txBox="1"/>
          <p:nvPr/>
        </p:nvSpPr>
        <p:spPr>
          <a:xfrm>
            <a:off x="6688574" y="3166624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요청항목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56" name="Label">
            <a:extLst>
              <a:ext uri="{FF2B5EF4-FFF2-40B4-BE49-F238E27FC236}">
                <a16:creationId xmlns:a16="http://schemas.microsoft.com/office/drawing/2014/main" xmlns="" id="{2379B69F-88B7-4721-B33E-B9DA1E18AFF7}"/>
              </a:ext>
            </a:extLst>
          </p:cNvPr>
          <p:cNvSpPr txBox="1"/>
          <p:nvPr/>
        </p:nvSpPr>
        <p:spPr>
          <a:xfrm>
            <a:off x="6688574" y="3562830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사용기간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57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F7FCD242-72FA-4592-87E1-706462A9358C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591986" y="3548809"/>
            <a:ext cx="947505" cy="241092"/>
            <a:chOff x="928687" y="1261242"/>
            <a:chExt cx="1489659" cy="241092"/>
          </a:xfrm>
        </p:grpSpPr>
        <p:sp>
          <p:nvSpPr>
            <p:cNvPr id="58" name="Text Box">
              <a:extLst>
                <a:ext uri="{FF2B5EF4-FFF2-40B4-BE49-F238E27FC236}">
                  <a16:creationId xmlns:a16="http://schemas.microsoft.com/office/drawing/2014/main" xmlns="" id="{036C7A08-1EC2-4F7E-AA11-DC1BF1F7BD13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9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86911151-3319-4E79-8AF4-F063BA68AD02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061625" y="1304729"/>
              <a:ext cx="2378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3" name="Textarea">
            <a:extLst>
              <a:ext uri="{FF2B5EF4-FFF2-40B4-BE49-F238E27FC236}">
                <a16:creationId xmlns:a16="http://schemas.microsoft.com/office/drawing/2014/main" xmlns="" id="{17D1F28F-B5F1-44E6-8914-BF016C86C8A6}"/>
              </a:ext>
            </a:extLst>
          </p:cNvPr>
          <p:cNvGrpSpPr/>
          <p:nvPr/>
        </p:nvGrpSpPr>
        <p:grpSpPr>
          <a:xfrm>
            <a:off x="7582452" y="3844638"/>
            <a:ext cx="2504700" cy="489810"/>
            <a:chOff x="595686" y="1261242"/>
            <a:chExt cx="2504700" cy="866775"/>
          </a:xfrm>
        </p:grpSpPr>
        <p:sp>
          <p:nvSpPr>
            <p:cNvPr id="64" name="Text">
              <a:extLst>
                <a:ext uri="{FF2B5EF4-FFF2-40B4-BE49-F238E27FC236}">
                  <a16:creationId xmlns:a16="http://schemas.microsoft.com/office/drawing/2014/main" xmlns="" id="{9233451F-59FB-4802-BC7C-45D306FB760E}"/>
                </a:ext>
              </a:extLst>
            </p:cNvPr>
            <p:cNvSpPr/>
            <p:nvPr/>
          </p:nvSpPr>
          <p:spPr>
            <a:xfrm>
              <a:off x="595686" y="1261242"/>
              <a:ext cx="2504700" cy="866775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65" name="Resize Handle">
              <a:extLst>
                <a:ext uri="{FF2B5EF4-FFF2-40B4-BE49-F238E27FC236}">
                  <a16:creationId xmlns:a16="http://schemas.microsoft.com/office/drawing/2014/main" xmlns="" id="{5C965FF3-B9CE-456C-B6F7-26B8B1A93D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99308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6" name="Label">
            <a:extLst>
              <a:ext uri="{FF2B5EF4-FFF2-40B4-BE49-F238E27FC236}">
                <a16:creationId xmlns:a16="http://schemas.microsoft.com/office/drawing/2014/main" xmlns="" id="{7E40CD91-7A89-43D5-8837-52D06DA88911}"/>
              </a:ext>
            </a:extLst>
          </p:cNvPr>
          <p:cNvSpPr txBox="1"/>
          <p:nvPr/>
        </p:nvSpPr>
        <p:spPr>
          <a:xfrm>
            <a:off x="6688574" y="3858658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 내용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67" name="Button">
            <a:extLst>
              <a:ext uri="{FF2B5EF4-FFF2-40B4-BE49-F238E27FC236}">
                <a16:creationId xmlns:a16="http://schemas.microsoft.com/office/drawing/2014/main" xmlns="" id="{36BB85D9-A0B4-4B7E-AE49-4B84D98C02E1}"/>
              </a:ext>
            </a:extLst>
          </p:cNvPr>
          <p:cNvSpPr>
            <a:spLocks/>
          </p:cNvSpPr>
          <p:nvPr/>
        </p:nvSpPr>
        <p:spPr bwMode="auto">
          <a:xfrm>
            <a:off x="7786972" y="5498498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승인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Button">
            <a:extLst>
              <a:ext uri="{FF2B5EF4-FFF2-40B4-BE49-F238E27FC236}">
                <a16:creationId xmlns:a16="http://schemas.microsoft.com/office/drawing/2014/main" xmlns="" id="{5DBDF9DC-A15E-43DB-9265-3F96BCB065BF}"/>
              </a:ext>
            </a:extLst>
          </p:cNvPr>
          <p:cNvSpPr>
            <a:spLocks/>
          </p:cNvSpPr>
          <p:nvPr/>
        </p:nvSpPr>
        <p:spPr bwMode="auto">
          <a:xfrm>
            <a:off x="8467879" y="5498498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반려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xmlns="" id="{BD22166F-A086-4805-A28C-E646BE604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880685"/>
              </p:ext>
            </p:extLst>
          </p:nvPr>
        </p:nvGraphicFramePr>
        <p:xfrm>
          <a:off x="7573397" y="4766797"/>
          <a:ext cx="2504700" cy="316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42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919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요청</a:t>
                      </a:r>
                      <a:r>
                        <a:rPr lang="en-US" altLang="ko-KR" sz="1000" b="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altLang="ko-KR" sz="1000" b="0" u="sng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xls</a:t>
                      </a:r>
                      <a:endParaRPr lang="en-US" sz="1000" b="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5" name="Label">
            <a:extLst>
              <a:ext uri="{FF2B5EF4-FFF2-40B4-BE49-F238E27FC236}">
                <a16:creationId xmlns:a16="http://schemas.microsoft.com/office/drawing/2014/main" xmlns="" id="{FF34467D-487A-4CE0-93EC-166F7F57E51E}"/>
              </a:ext>
            </a:extLst>
          </p:cNvPr>
          <p:cNvSpPr txBox="1"/>
          <p:nvPr/>
        </p:nvSpPr>
        <p:spPr>
          <a:xfrm>
            <a:off x="6703331" y="4726232"/>
            <a:ext cx="947505" cy="379591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다운로드요청 파일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76" name="Text Box">
            <a:extLst>
              <a:ext uri="{FF2B5EF4-FFF2-40B4-BE49-F238E27FC236}">
                <a16:creationId xmlns:a16="http://schemas.microsoft.com/office/drawing/2014/main" xmlns="" id="{0C8400BC-A1F2-400E-979E-733956B31B8B}"/>
              </a:ext>
            </a:extLst>
          </p:cNvPr>
          <p:cNvSpPr/>
          <p:nvPr/>
        </p:nvSpPr>
        <p:spPr>
          <a:xfrm>
            <a:off x="7591986" y="3190757"/>
            <a:ext cx="1261544" cy="24109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err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분석샌드박스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7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8E335E00-54DA-4EB3-8600-705BEA59979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825747" y="3548809"/>
            <a:ext cx="947505" cy="241092"/>
            <a:chOff x="1299510" y="1261242"/>
            <a:chExt cx="1118835" cy="241092"/>
          </a:xfrm>
        </p:grpSpPr>
        <p:sp>
          <p:nvSpPr>
            <p:cNvPr id="78" name="Text Box">
              <a:extLst>
                <a:ext uri="{FF2B5EF4-FFF2-40B4-BE49-F238E27FC236}">
                  <a16:creationId xmlns:a16="http://schemas.microsoft.com/office/drawing/2014/main" xmlns="" id="{EB435116-1247-45E6-92DC-2B66F2376A31}"/>
                </a:ext>
              </a:extLst>
            </p:cNvPr>
            <p:cNvSpPr/>
            <p:nvPr/>
          </p:nvSpPr>
          <p:spPr>
            <a:xfrm>
              <a:off x="1299510" y="1261242"/>
              <a:ext cx="1118835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79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7ACAFA1-63FE-4F12-9F48-DF5C13B0B603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6BBBD905-409F-4508-AEF2-D013A6E523E7}"/>
              </a:ext>
            </a:extLst>
          </p:cNvPr>
          <p:cNvSpPr txBox="1"/>
          <p:nvPr/>
        </p:nvSpPr>
        <p:spPr>
          <a:xfrm>
            <a:off x="8529114" y="3523551"/>
            <a:ext cx="248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endParaRPr lang="ko-KR" alt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xmlns="" id="{0E858506-7753-4C45-9EA5-73B2976D3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876745"/>
              </p:ext>
            </p:extLst>
          </p:nvPr>
        </p:nvGraphicFramePr>
        <p:xfrm>
          <a:off x="7573397" y="4396052"/>
          <a:ext cx="2504700" cy="316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42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919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모델</a:t>
                      </a:r>
                      <a:r>
                        <a:rPr lang="en-US" altLang="ko-KR" sz="1000" b="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 r5.2xlarge/256GB </a:t>
                      </a:r>
                      <a:endParaRPr lang="en-US" sz="1000" b="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2" name="Label">
            <a:extLst>
              <a:ext uri="{FF2B5EF4-FFF2-40B4-BE49-F238E27FC236}">
                <a16:creationId xmlns:a16="http://schemas.microsoft.com/office/drawing/2014/main" xmlns="" id="{CAFBE660-17AF-49E0-8EFB-B222E3D14EE4}"/>
              </a:ext>
            </a:extLst>
          </p:cNvPr>
          <p:cNvSpPr txBox="1"/>
          <p:nvPr/>
        </p:nvSpPr>
        <p:spPr>
          <a:xfrm>
            <a:off x="6703331" y="4424736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err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신청샌드박스</a:t>
            </a:r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1" name="Textarea">
            <a:extLst>
              <a:ext uri="{FF2B5EF4-FFF2-40B4-BE49-F238E27FC236}">
                <a16:creationId xmlns:a16="http://schemas.microsoft.com/office/drawing/2014/main" xmlns="" id="{979649BE-94E0-4F6F-8743-BB4DD5ED0F34}"/>
              </a:ext>
            </a:extLst>
          </p:cNvPr>
          <p:cNvGrpSpPr/>
          <p:nvPr/>
        </p:nvGrpSpPr>
        <p:grpSpPr>
          <a:xfrm>
            <a:off x="7582452" y="5122838"/>
            <a:ext cx="2504700" cy="316991"/>
            <a:chOff x="595686" y="1261242"/>
            <a:chExt cx="2504700" cy="560954"/>
          </a:xfrm>
        </p:grpSpPr>
        <p:sp>
          <p:nvSpPr>
            <p:cNvPr id="92" name="Text">
              <a:extLst>
                <a:ext uri="{FF2B5EF4-FFF2-40B4-BE49-F238E27FC236}">
                  <a16:creationId xmlns:a16="http://schemas.microsoft.com/office/drawing/2014/main" xmlns="" id="{321D5681-97E0-42C5-8931-AB4BBE3B4976}"/>
                </a:ext>
              </a:extLst>
            </p:cNvPr>
            <p:cNvSpPr/>
            <p:nvPr/>
          </p:nvSpPr>
          <p:spPr>
            <a:xfrm>
              <a:off x="595686" y="1261242"/>
              <a:ext cx="2504700" cy="560954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93" name="Resize Handle">
              <a:extLst>
                <a:ext uri="{FF2B5EF4-FFF2-40B4-BE49-F238E27FC236}">
                  <a16:creationId xmlns:a16="http://schemas.microsoft.com/office/drawing/2014/main" xmlns="" id="{D781CBC4-FC42-451D-8D32-8FA3A2E889C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65597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4" name="Label">
            <a:extLst>
              <a:ext uri="{FF2B5EF4-FFF2-40B4-BE49-F238E27FC236}">
                <a16:creationId xmlns:a16="http://schemas.microsoft.com/office/drawing/2014/main" xmlns="" id="{1812111F-E48F-4AF0-902F-CA880A9E056E}"/>
              </a:ext>
            </a:extLst>
          </p:cNvPr>
          <p:cNvSpPr txBox="1"/>
          <p:nvPr/>
        </p:nvSpPr>
        <p:spPr>
          <a:xfrm>
            <a:off x="6688574" y="5138137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반려 사유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4845317" y="2632403"/>
            <a:ext cx="1475478" cy="2911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직사각형 84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218461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신청 이력 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승인 반려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8" name="TextBox 87"/>
          <p:cNvSpPr txBox="1"/>
          <p:nvPr/>
        </p:nvSpPr>
        <p:spPr>
          <a:xfrm>
            <a:off x="10380167" y="4021502"/>
            <a:ext cx="16137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데이터 다운로드 승인 관리 페이지 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사용자가 신청 서비스를 승인 및 반려 하여 관리 할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4845317" y="232411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225048" y="2989854"/>
            <a:ext cx="998669" cy="238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>
          <a:xfrm>
            <a:off x="5272713" y="4345472"/>
            <a:ext cx="998669" cy="238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>
          <a:xfrm>
            <a:off x="5654410" y="3521054"/>
            <a:ext cx="569307" cy="646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>
          <a:xfrm>
            <a:off x="5652841" y="4942983"/>
            <a:ext cx="569307" cy="646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6301699" y="301891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6314477" y="4368568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6304236" y="359419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6282373" y="512529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7608801" y="5454218"/>
            <a:ext cx="1472846" cy="333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7318298" y="550114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515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자원관리 </a:t>
            </a:r>
            <a:r>
              <a:rPr lang="en-US" altLang="ko-KR" dirty="0"/>
              <a:t>(WF0022)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EC4C2159-C262-4944-8EB7-DC79A781940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982782"/>
            <a:chOff x="595684" y="1261242"/>
            <a:chExt cx="6668462" cy="4982782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8DAD0BD9-A2ED-4104-B63C-F01A2112FDE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95684" y="1796227"/>
              <a:ext cx="6668462" cy="44477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DE621BB9-667D-46BC-933E-CC93646381AA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4CFE76AA-6941-4CCE-B4B3-C2B08677DCE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EFBF0AEC-2330-4467-9E16-9DF0258F74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A9A174C1-4AA0-4229-913B-CF15E69EE0F9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7852D455-6F95-4D3F-9A99-50C19284102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DAFE26FD-1A10-461A-9C24-3A0DA7C0C229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079A1692-17CF-49DB-9991-C0F152EE1A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2AE576B6-7446-4A68-8CBD-FEDC2395DD0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7269EBB6-AE17-4F3C-8097-B0E708A7EB9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DBB629F-6141-4250-9C06-8142856CCCD4}"/>
              </a:ext>
            </a:extLst>
          </p:cNvPr>
          <p:cNvSpPr txBox="1"/>
          <p:nvPr/>
        </p:nvSpPr>
        <p:spPr>
          <a:xfrm>
            <a:off x="1105065" y="2164808"/>
            <a:ext cx="2339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플랫폼 자원 관리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xmlns="" id="{206AB312-FB52-4889-95C6-23FA86DC8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054953"/>
              </p:ext>
            </p:extLst>
          </p:nvPr>
        </p:nvGraphicFramePr>
        <p:xfrm>
          <a:off x="1098336" y="3066221"/>
          <a:ext cx="6429200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340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70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85040">
                  <a:extLst>
                    <a:ext uri="{9D8B030D-6E8A-4147-A177-3AD203B41FA5}">
                      <a16:colId xmlns:a16="http://schemas.microsoft.com/office/drawing/2014/main" xmlns="" val="264727724"/>
                    </a:ext>
                  </a:extLst>
                </a:gridCol>
                <a:gridCol w="1074134">
                  <a:extLst>
                    <a:ext uri="{9D8B030D-6E8A-4147-A177-3AD203B41FA5}">
                      <a16:colId xmlns:a16="http://schemas.microsoft.com/office/drawing/2014/main" xmlns="" val="4164048327"/>
                    </a:ext>
                  </a:extLst>
                </a:gridCol>
                <a:gridCol w="659707">
                  <a:extLst>
                    <a:ext uri="{9D8B030D-6E8A-4147-A177-3AD203B41FA5}">
                      <a16:colId xmlns:a16="http://schemas.microsoft.com/office/drawing/2014/main" xmlns="" val="3617891955"/>
                    </a:ext>
                  </a:extLst>
                </a:gridCol>
                <a:gridCol w="9328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36336">
                  <a:extLst>
                    <a:ext uri="{9D8B030D-6E8A-4147-A177-3AD203B41FA5}">
                      <a16:colId xmlns:a16="http://schemas.microsoft.com/office/drawing/2014/main" xmlns="" val="507185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EP-ID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자동종료설정</a:t>
                      </a:r>
                      <a:endParaRPr lang="en-US" sz="10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생성일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실행중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FF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설정</a:t>
                      </a:r>
                      <a:endParaRPr lang="en-US" sz="1000" dirty="0">
                        <a:solidFill>
                          <a:srgbClr val="FF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중지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미설정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5" name="Pagination">
            <a:extLst>
              <a:ext uri="{FF2B5EF4-FFF2-40B4-BE49-F238E27FC236}">
                <a16:creationId xmlns:a16="http://schemas.microsoft.com/office/drawing/2014/main" xmlns="" id="{009A14DC-7AAE-43A3-B4D9-0FAA2B7D1122}"/>
              </a:ext>
            </a:extLst>
          </p:cNvPr>
          <p:cNvSpPr txBox="1"/>
          <p:nvPr/>
        </p:nvSpPr>
        <p:spPr>
          <a:xfrm>
            <a:off x="3502279" y="4043472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26" name="Button">
            <a:extLst>
              <a:ext uri="{FF2B5EF4-FFF2-40B4-BE49-F238E27FC236}">
                <a16:creationId xmlns:a16="http://schemas.microsoft.com/office/drawing/2014/main" xmlns="" id="{9DA70309-CC9E-4EAD-BA15-CACEF2FAF31A}"/>
              </a:ext>
            </a:extLst>
          </p:cNvPr>
          <p:cNvSpPr>
            <a:spLocks/>
          </p:cNvSpPr>
          <p:nvPr/>
        </p:nvSpPr>
        <p:spPr bwMode="auto">
          <a:xfrm>
            <a:off x="6998664" y="341184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변경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Button">
            <a:extLst>
              <a:ext uri="{FF2B5EF4-FFF2-40B4-BE49-F238E27FC236}">
                <a16:creationId xmlns:a16="http://schemas.microsoft.com/office/drawing/2014/main" xmlns="" id="{1C9DD128-2DA7-497B-B1B8-FBBFB9E62897}"/>
              </a:ext>
            </a:extLst>
          </p:cNvPr>
          <p:cNvSpPr>
            <a:spLocks/>
          </p:cNvSpPr>
          <p:nvPr/>
        </p:nvSpPr>
        <p:spPr bwMode="auto">
          <a:xfrm>
            <a:off x="6998664" y="372836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변경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F9AA081B-F441-49E7-BF52-705A56A7EB3B}"/>
              </a:ext>
            </a:extLst>
          </p:cNvPr>
          <p:cNvSpPr txBox="1"/>
          <p:nvPr/>
        </p:nvSpPr>
        <p:spPr>
          <a:xfrm>
            <a:off x="1091220" y="2500575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샌드박스 운영현황</a:t>
            </a:r>
          </a:p>
        </p:txBody>
      </p:sp>
      <p:grpSp>
        <p:nvGrpSpPr>
          <p:cNvPr id="36" name="List Box" descr="&lt;SmartSettings&gt;&lt;SmartResize enabled=&quot;True&quot; minWidth=&quot;22&quot; minHeight=&quot;40&quot; /&gt;&lt;/SmartSettings&gt;">
            <a:extLst>
              <a:ext uri="{FF2B5EF4-FFF2-40B4-BE49-F238E27FC236}">
                <a16:creationId xmlns:a16="http://schemas.microsoft.com/office/drawing/2014/main" xmlns="" id="{C0D96F19-D767-4D1D-91A5-5A083697B8C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365500" y="4817217"/>
            <a:ext cx="1802441" cy="1223170"/>
            <a:chOff x="595686" y="1260907"/>
            <a:chExt cx="1687739" cy="1062163"/>
          </a:xfrm>
        </p:grpSpPr>
        <p:sp>
          <p:nvSpPr>
            <p:cNvPr id="37" name="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E70D698-DE73-4EB1-B8E5-50B0486315D8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95686" y="1261197"/>
              <a:ext cx="1552884" cy="106187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First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Second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Third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Fourth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Fifth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Sixth item</a:t>
              </a:r>
            </a:p>
          </p:txBody>
        </p:sp>
        <p:sp>
          <p:nvSpPr>
            <p:cNvPr id="38" name="Selection Overlay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1FD1DED6-B94D-4302-BC7F-D80EE68715E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595686" y="1434875"/>
              <a:ext cx="1552884" cy="143864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39" name="Scrollbar">
              <a:extLst>
                <a:ext uri="{FF2B5EF4-FFF2-40B4-BE49-F238E27FC236}">
                  <a16:creationId xmlns:a16="http://schemas.microsoft.com/office/drawing/2014/main" xmlns="" id="{CAC9EC84-5A45-48DE-B271-5477F602700E}"/>
                </a:ext>
              </a:extLst>
            </p:cNvPr>
            <p:cNvGrpSpPr/>
            <p:nvPr/>
          </p:nvGrpSpPr>
          <p:grpSpPr>
            <a:xfrm>
              <a:off x="2148573" y="1260907"/>
              <a:ext cx="134852" cy="1062162"/>
              <a:chOff x="5075923" y="1652476"/>
              <a:chExt cx="134852" cy="2304358"/>
            </a:xfrm>
          </p:grpSpPr>
          <p:sp>
            <p:nvSpPr>
              <p:cNvPr id="40" name="Track" descr="&lt;SmartSettings&gt;&lt;SmartResize anchorLeft=&quot;Non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F654B65E-7B76-450C-A01C-C43F27C5CC3D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 rot="5400000">
                <a:off x="3991170" y="2737229"/>
                <a:ext cx="2304358" cy="1348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Scroll Thumb" descr="&lt;SmartSettings&gt;&lt;SmartResize anchorLeft=&quot;Non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6F1C0558-E6C4-4F87-8359-BC1010A119D1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 rot="5400000">
                <a:off x="4433065" y="2631255"/>
                <a:ext cx="1420568" cy="7741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Chevron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75E12286-2873-467D-AD77-6F5F4C4FD768}"/>
                  </a:ext>
                </a:extLst>
              </p:cNvPr>
              <p:cNvSpPr>
                <a:spLocks noChangeAspect="1"/>
              </p:cNvSpPr>
              <p:nvPr>
                <p:custDataLst>
                  <p:tags r:id="rId26"/>
                </p:custDataLst>
              </p:nvPr>
            </p:nvSpPr>
            <p:spPr bwMode="auto">
              <a:xfrm rot="10800000" flipH="1">
                <a:off x="5113382" y="1764108"/>
                <a:ext cx="59935" cy="6815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Chevron" descr="&lt;SmartSettings&gt;&lt;SmartResize anchorLeft=&quot;None&quot; anchorTop=&quot;Non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6A8491AF-B806-4D53-8E96-667FCA208B88}"/>
                  </a:ext>
                </a:extLst>
              </p:cNvPr>
              <p:cNvSpPr>
                <a:spLocks noChangeAspect="1"/>
              </p:cNvSpPr>
              <p:nvPr>
                <p:custDataLst>
                  <p:tags r:id="rId27"/>
                </p:custDataLst>
              </p:nvPr>
            </p:nvSpPr>
            <p:spPr bwMode="auto">
              <a:xfrm flipH="1">
                <a:off x="5113382" y="3783027"/>
                <a:ext cx="59935" cy="6815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4" name="List Box" descr="&lt;SmartSettings&gt;&lt;SmartResize enabled=&quot;True&quot; minWidth=&quot;22&quot; minHeight=&quot;40&quot; /&gt;&lt;/SmartSettings&gt;">
            <a:extLst>
              <a:ext uri="{FF2B5EF4-FFF2-40B4-BE49-F238E27FC236}">
                <a16:creationId xmlns:a16="http://schemas.microsoft.com/office/drawing/2014/main" xmlns="" id="{020BBAC0-E2B2-4713-953B-13E9FF851F5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42186" y="4817217"/>
            <a:ext cx="1802441" cy="1223170"/>
            <a:chOff x="595686" y="1260907"/>
            <a:chExt cx="1687739" cy="1062163"/>
          </a:xfrm>
        </p:grpSpPr>
        <p:sp>
          <p:nvSpPr>
            <p:cNvPr id="45" name="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8BDBD790-9D8C-495F-8B6A-0BB370A0ABE4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95686" y="1261197"/>
              <a:ext cx="1552884" cy="106187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First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Second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Third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Fourth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Fifth Item</a:t>
              </a:r>
            </a:p>
            <a:p>
              <a:pPr>
                <a:spcAft>
                  <a:spcPts val="200"/>
                </a:spcAft>
              </a:pPr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Sixth item</a:t>
              </a:r>
            </a:p>
          </p:txBody>
        </p:sp>
        <p:sp>
          <p:nvSpPr>
            <p:cNvPr id="46" name="Selection Overlay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5AEB20B-41AD-462B-9955-67FAC67F87E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95686" y="1434875"/>
              <a:ext cx="1552884" cy="143864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7" name="Scrollbar">
              <a:extLst>
                <a:ext uri="{FF2B5EF4-FFF2-40B4-BE49-F238E27FC236}">
                  <a16:creationId xmlns:a16="http://schemas.microsoft.com/office/drawing/2014/main" xmlns="" id="{CA86D0D8-AEAD-407A-9E08-CD00ADA9F586}"/>
                </a:ext>
              </a:extLst>
            </p:cNvPr>
            <p:cNvGrpSpPr/>
            <p:nvPr/>
          </p:nvGrpSpPr>
          <p:grpSpPr>
            <a:xfrm>
              <a:off x="2148573" y="1260907"/>
              <a:ext cx="134852" cy="1062162"/>
              <a:chOff x="5075923" y="1652476"/>
              <a:chExt cx="134852" cy="2304358"/>
            </a:xfrm>
          </p:grpSpPr>
          <p:sp>
            <p:nvSpPr>
              <p:cNvPr id="48" name="Track" descr="&lt;SmartSettings&gt;&lt;SmartResize anchorLeft=&quot;Non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C65FA4CE-4A16-4F57-970C-E31BBFB7649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 rot="5400000">
                <a:off x="3991170" y="2737229"/>
                <a:ext cx="2304358" cy="13485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Scroll Thumb" descr="&lt;SmartSettings&gt;&lt;SmartResize anchorLeft=&quot;None&quot; anchorTop=&quot;Absolut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15CDB5C4-7548-45AE-A354-A2E679EBDDB9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 rot="5400000">
                <a:off x="4433065" y="2631255"/>
                <a:ext cx="1420568" cy="7741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Chevron" descr="&lt;SmartSettings&gt;&lt;SmartResize anchorLeft=&quot;None&quot; anchorTop=&quot;Absolute&quot; anchorRight=&quot;Absolut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0AA29130-E41A-480A-A31A-FC01564D3925}"/>
                  </a:ext>
                </a:extLst>
              </p:cNvPr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auto">
              <a:xfrm rot="10800000" flipH="1">
                <a:off x="5113382" y="1764108"/>
                <a:ext cx="59935" cy="6815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Chevron" descr="&lt;SmartSettings&gt;&lt;SmartResize anchorLeft=&quot;None&quot; anchorTop=&quot;None&quot; anchorRight=&quot;Absolute&quot; anchorBottom=&quot;Absolute&quot; /&gt;&lt;/SmartSettings&gt;">
                <a:extLst>
                  <a:ext uri="{FF2B5EF4-FFF2-40B4-BE49-F238E27FC236}">
                    <a16:creationId xmlns:a16="http://schemas.microsoft.com/office/drawing/2014/main" xmlns="" id="{5421D96D-133C-40F5-B8E1-D010DE496D9F}"/>
                  </a:ext>
                </a:extLst>
              </p:cNvPr>
              <p:cNvSpPr>
                <a:spLocks noChangeAspect="1"/>
              </p:cNvSpPr>
              <p:nvPr>
                <p:custDataLst>
                  <p:tags r:id="rId21"/>
                </p:custDataLst>
              </p:nvPr>
            </p:nvSpPr>
            <p:spPr bwMode="auto">
              <a:xfrm flipH="1">
                <a:off x="5113382" y="3783027"/>
                <a:ext cx="59935" cy="6815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53E49B79-9B29-44EB-B9E9-F3BF0B974B88}"/>
              </a:ext>
            </a:extLst>
          </p:cNvPr>
          <p:cNvSpPr txBox="1"/>
          <p:nvPr/>
        </p:nvSpPr>
        <p:spPr>
          <a:xfrm>
            <a:off x="3240603" y="4559783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endParaRPr lang="ko-KR" altLang="en-US" sz="10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1BE57CB2-F14E-4239-B232-35E5ED9FC9D7}"/>
              </a:ext>
            </a:extLst>
          </p:cNvPr>
          <p:cNvSpPr txBox="1"/>
          <p:nvPr/>
        </p:nvSpPr>
        <p:spPr>
          <a:xfrm>
            <a:off x="5633199" y="4559783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자동종료 등록</a:t>
            </a:r>
          </a:p>
        </p:txBody>
      </p:sp>
      <p:sp>
        <p:nvSpPr>
          <p:cNvPr id="69" name="Button">
            <a:extLst>
              <a:ext uri="{FF2B5EF4-FFF2-40B4-BE49-F238E27FC236}">
                <a16:creationId xmlns:a16="http://schemas.microsoft.com/office/drawing/2014/main" xmlns="" id="{D6FAF295-4DA6-46E7-917B-EC4BAAA02574}"/>
              </a:ext>
            </a:extLst>
          </p:cNvPr>
          <p:cNvSpPr>
            <a:spLocks/>
          </p:cNvSpPr>
          <p:nvPr/>
        </p:nvSpPr>
        <p:spPr bwMode="auto">
          <a:xfrm>
            <a:off x="5263950" y="4891479"/>
            <a:ext cx="369249" cy="2397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Chevron Right">
            <a:extLst>
              <a:ext uri="{FF2B5EF4-FFF2-40B4-BE49-F238E27FC236}">
                <a16:creationId xmlns:a16="http://schemas.microsoft.com/office/drawing/2014/main" xmlns="" id="{7996486C-A692-4570-ACEB-4F23B982ADE3}"/>
              </a:ext>
            </a:extLst>
          </p:cNvPr>
          <p:cNvSpPr>
            <a:spLocks noChangeAspect="1"/>
          </p:cNvSpPr>
          <p:nvPr/>
        </p:nvSpPr>
        <p:spPr bwMode="auto">
          <a:xfrm>
            <a:off x="5403591" y="4931976"/>
            <a:ext cx="105733" cy="176406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Button">
            <a:extLst>
              <a:ext uri="{FF2B5EF4-FFF2-40B4-BE49-F238E27FC236}">
                <a16:creationId xmlns:a16="http://schemas.microsoft.com/office/drawing/2014/main" xmlns="" id="{B69D25C6-8179-480E-85E3-08F17323741F}"/>
              </a:ext>
            </a:extLst>
          </p:cNvPr>
          <p:cNvSpPr>
            <a:spLocks/>
          </p:cNvSpPr>
          <p:nvPr/>
        </p:nvSpPr>
        <p:spPr bwMode="auto">
          <a:xfrm>
            <a:off x="5263950" y="5448645"/>
            <a:ext cx="369249" cy="2397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xmlns="" id="{9CB23547-0E80-4474-AB67-0518E5CEB5AF}"/>
              </a:ext>
            </a:extLst>
          </p:cNvPr>
          <p:cNvGrpSpPr/>
          <p:nvPr/>
        </p:nvGrpSpPr>
        <p:grpSpPr>
          <a:xfrm rot="10800000">
            <a:off x="5349169" y="5480323"/>
            <a:ext cx="157615" cy="176406"/>
            <a:chOff x="3960176" y="5221407"/>
            <a:chExt cx="282756" cy="345219"/>
          </a:xfrm>
        </p:grpSpPr>
        <p:sp>
          <p:nvSpPr>
            <p:cNvPr id="73" name="Chevron Right">
              <a:extLst>
                <a:ext uri="{FF2B5EF4-FFF2-40B4-BE49-F238E27FC236}">
                  <a16:creationId xmlns:a16="http://schemas.microsoft.com/office/drawing/2014/main" xmlns="" id="{91CBC8DE-E7F4-4AAD-8BF7-AEB35AE72B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0176" y="5221407"/>
              <a:ext cx="189681" cy="345219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Chevron Right">
              <a:extLst>
                <a:ext uri="{FF2B5EF4-FFF2-40B4-BE49-F238E27FC236}">
                  <a16:creationId xmlns:a16="http://schemas.microsoft.com/office/drawing/2014/main" xmlns="" id="{5BC8FA6D-403A-4562-A8D4-63A2F85A10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53251" y="5221407"/>
              <a:ext cx="189681" cy="345219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7FAA7B1C-A9DD-4604-BBD1-823F772E25EC}"/>
              </a:ext>
            </a:extLst>
          </p:cNvPr>
          <p:cNvSpPr txBox="1"/>
          <p:nvPr/>
        </p:nvSpPr>
        <p:spPr>
          <a:xfrm>
            <a:off x="1182367" y="4559783"/>
            <a:ext cx="1556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샌드박스 자동종료 시간</a:t>
            </a:r>
          </a:p>
        </p:txBody>
      </p:sp>
      <p:grpSp>
        <p:nvGrpSpPr>
          <p:cNvPr id="76" name="Tim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53FC7759-5007-4E50-B4C3-883A329C117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258552" y="4859735"/>
            <a:ext cx="1388683" cy="241092"/>
            <a:chOff x="539750" y="1261242"/>
            <a:chExt cx="960487" cy="241092"/>
          </a:xfrm>
        </p:grpSpPr>
        <p:sp>
          <p:nvSpPr>
            <p:cNvPr id="77" name="Text Box">
              <a:extLst>
                <a:ext uri="{FF2B5EF4-FFF2-40B4-BE49-F238E27FC236}">
                  <a16:creationId xmlns:a16="http://schemas.microsoft.com/office/drawing/2014/main" xmlns="" id="{0B5C355C-CC85-4BE6-873F-074A84765FDE}"/>
                </a:ext>
              </a:extLst>
            </p:cNvPr>
            <p:cNvSpPr/>
            <p:nvPr/>
          </p:nvSpPr>
          <p:spPr>
            <a:xfrm>
              <a:off x="539750" y="1261242"/>
              <a:ext cx="960487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07:00 PM</a:t>
              </a:r>
            </a:p>
          </p:txBody>
        </p:sp>
        <p:sp>
          <p:nvSpPr>
            <p:cNvPr id="78" name="Time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B7F924F-FB91-4796-9567-F8A904EE898A}"/>
                </a:ext>
              </a:extLst>
            </p:cNvPr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367808" y="1312087"/>
              <a:ext cx="96421" cy="139404"/>
            </a:xfrm>
            <a:custGeom>
              <a:avLst/>
              <a:gdLst>
                <a:gd name="T0" fmla="*/ 169 w 339"/>
                <a:gd name="T1" fmla="*/ 0 h 339"/>
                <a:gd name="T2" fmla="*/ 0 w 339"/>
                <a:gd name="T3" fmla="*/ 170 h 339"/>
                <a:gd name="T4" fmla="*/ 169 w 339"/>
                <a:gd name="T5" fmla="*/ 339 h 339"/>
                <a:gd name="T6" fmla="*/ 339 w 339"/>
                <a:gd name="T7" fmla="*/ 170 h 339"/>
                <a:gd name="T8" fmla="*/ 169 w 339"/>
                <a:gd name="T9" fmla="*/ 0 h 339"/>
                <a:gd name="T10" fmla="*/ 169 w 339"/>
                <a:gd name="T11" fmla="*/ 18 h 339"/>
                <a:gd name="T12" fmla="*/ 321 w 339"/>
                <a:gd name="T13" fmla="*/ 170 h 339"/>
                <a:gd name="T14" fmla="*/ 169 w 339"/>
                <a:gd name="T15" fmla="*/ 321 h 339"/>
                <a:gd name="T16" fmla="*/ 18 w 339"/>
                <a:gd name="T17" fmla="*/ 170 h 339"/>
                <a:gd name="T18" fmla="*/ 169 w 339"/>
                <a:gd name="T19" fmla="*/ 18 h 339"/>
                <a:gd name="T20" fmla="*/ 161 w 339"/>
                <a:gd name="T21" fmla="*/ 46 h 339"/>
                <a:gd name="T22" fmla="*/ 161 w 339"/>
                <a:gd name="T23" fmla="*/ 161 h 339"/>
                <a:gd name="T24" fmla="*/ 82 w 339"/>
                <a:gd name="T25" fmla="*/ 161 h 339"/>
                <a:gd name="T26" fmla="*/ 82 w 339"/>
                <a:gd name="T27" fmla="*/ 178 h 339"/>
                <a:gd name="T28" fmla="*/ 178 w 339"/>
                <a:gd name="T29" fmla="*/ 178 h 339"/>
                <a:gd name="T30" fmla="*/ 178 w 339"/>
                <a:gd name="T31" fmla="*/ 46 h 339"/>
                <a:gd name="T32" fmla="*/ 161 w 339"/>
                <a:gd name="T33" fmla="*/ 46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39">
                  <a:moveTo>
                    <a:pt x="169" y="0"/>
                  </a:moveTo>
                  <a:cubicBezTo>
                    <a:pt x="76" y="0"/>
                    <a:pt x="0" y="76"/>
                    <a:pt x="0" y="170"/>
                  </a:cubicBezTo>
                  <a:cubicBezTo>
                    <a:pt x="0" y="263"/>
                    <a:pt x="76" y="339"/>
                    <a:pt x="169" y="339"/>
                  </a:cubicBezTo>
                  <a:cubicBezTo>
                    <a:pt x="263" y="339"/>
                    <a:pt x="339" y="263"/>
                    <a:pt x="339" y="170"/>
                  </a:cubicBezTo>
                  <a:cubicBezTo>
                    <a:pt x="339" y="76"/>
                    <a:pt x="263" y="0"/>
                    <a:pt x="169" y="0"/>
                  </a:cubicBezTo>
                  <a:close/>
                  <a:moveTo>
                    <a:pt x="169" y="18"/>
                  </a:moveTo>
                  <a:cubicBezTo>
                    <a:pt x="253" y="18"/>
                    <a:pt x="321" y="86"/>
                    <a:pt x="321" y="170"/>
                  </a:cubicBezTo>
                  <a:cubicBezTo>
                    <a:pt x="321" y="254"/>
                    <a:pt x="253" y="321"/>
                    <a:pt x="169" y="321"/>
                  </a:cubicBezTo>
                  <a:cubicBezTo>
                    <a:pt x="85" y="321"/>
                    <a:pt x="18" y="254"/>
                    <a:pt x="18" y="170"/>
                  </a:cubicBezTo>
                  <a:cubicBezTo>
                    <a:pt x="18" y="86"/>
                    <a:pt x="85" y="18"/>
                    <a:pt x="169" y="18"/>
                  </a:cubicBezTo>
                  <a:close/>
                  <a:moveTo>
                    <a:pt x="161" y="46"/>
                  </a:moveTo>
                  <a:lnTo>
                    <a:pt x="161" y="161"/>
                  </a:lnTo>
                  <a:lnTo>
                    <a:pt x="82" y="161"/>
                  </a:lnTo>
                  <a:lnTo>
                    <a:pt x="82" y="178"/>
                  </a:lnTo>
                  <a:lnTo>
                    <a:pt x="178" y="178"/>
                  </a:lnTo>
                  <a:lnTo>
                    <a:pt x="178" y="46"/>
                  </a:lnTo>
                  <a:lnTo>
                    <a:pt x="161" y="46"/>
                  </a:ln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2" name="Button">
            <a:extLst>
              <a:ext uri="{FF2B5EF4-FFF2-40B4-BE49-F238E27FC236}">
                <a16:creationId xmlns:a16="http://schemas.microsoft.com/office/drawing/2014/main" xmlns="" id="{7834D54E-73D1-4BBA-B680-6A03C987F79B}"/>
              </a:ext>
            </a:extLst>
          </p:cNvPr>
          <p:cNvSpPr>
            <a:spLocks/>
          </p:cNvSpPr>
          <p:nvPr/>
        </p:nvSpPr>
        <p:spPr bwMode="auto">
          <a:xfrm>
            <a:off x="3823664" y="614891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Button">
            <a:extLst>
              <a:ext uri="{FF2B5EF4-FFF2-40B4-BE49-F238E27FC236}">
                <a16:creationId xmlns:a16="http://schemas.microsoft.com/office/drawing/2014/main" xmlns="" id="{185B6727-579B-40AE-BC7E-6C6CD16F4287}"/>
              </a:ext>
            </a:extLst>
          </p:cNvPr>
          <p:cNvSpPr>
            <a:spLocks/>
          </p:cNvSpPr>
          <p:nvPr/>
        </p:nvSpPr>
        <p:spPr bwMode="auto">
          <a:xfrm>
            <a:off x="4471364" y="614891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9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DF529822-5EBA-4828-B210-9F990C2382D7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299337" y="2788749"/>
            <a:ext cx="1048522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100" name="Text Box">
              <a:extLst>
                <a:ext uri="{FF2B5EF4-FFF2-40B4-BE49-F238E27FC236}">
                  <a16:creationId xmlns:a16="http://schemas.microsoft.com/office/drawing/2014/main" xmlns="" id="{24127DD5-320B-416F-969B-6C6601AB109C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101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7D513799-2422-4B07-8C7F-091FD1B54C90}"/>
                </a:ext>
              </a:extLst>
            </p:cNvPr>
            <p:cNvSpPr>
              <a:spLocks noChangeAspect="1"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95092" y="1313395"/>
              <a:ext cx="186769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682D9118-E93A-4C1D-B66A-3CD5847B2C5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865571" y="2772411"/>
            <a:ext cx="980346" cy="241092"/>
            <a:chOff x="595684" y="1551576"/>
            <a:chExt cx="1368150" cy="241092"/>
          </a:xfrm>
          <a:solidFill>
            <a:srgbClr val="FFFFFF"/>
          </a:solidFill>
        </p:grpSpPr>
        <p:sp>
          <p:nvSpPr>
            <p:cNvPr id="103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C2E62E9A-6CE1-4F7C-A469-2FE3FF50179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5684" y="1551576"/>
              <a:ext cx="1136497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104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0DBE353-D620-477D-A57C-61C0B67679A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732183" y="1551576"/>
              <a:ext cx="23165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86B508D9-A1DE-4CCE-A416-C204452F3DA1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1803344" y="1654034"/>
              <a:ext cx="8932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5FB40C8-12ED-4E18-BFEA-78C65E1A11F2}"/>
              </a:ext>
            </a:extLst>
          </p:cNvPr>
          <p:cNvSpPr txBox="1"/>
          <p:nvPr/>
        </p:nvSpPr>
        <p:spPr>
          <a:xfrm>
            <a:off x="3361281" y="2771483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상태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grpSp>
        <p:nvGrpSpPr>
          <p:cNvPr id="10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99FCE65C-94F6-4C75-86F7-1237AEF5983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5453845" y="2772411"/>
            <a:ext cx="925299" cy="241092"/>
            <a:chOff x="595684" y="1551576"/>
            <a:chExt cx="1368146" cy="241092"/>
          </a:xfrm>
          <a:solidFill>
            <a:srgbClr val="FFFFFF"/>
          </a:solidFill>
        </p:grpSpPr>
        <p:sp>
          <p:nvSpPr>
            <p:cNvPr id="108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A17C4F30-05C1-43E0-A7B2-DF350D562F6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5684" y="1551576"/>
              <a:ext cx="112271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109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4172B17E-665E-417E-BF47-30675D26F18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718399" y="1551576"/>
              <a:ext cx="24543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B0FAAE5-00C0-4E09-96FB-1045FC827773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793794" y="1654034"/>
              <a:ext cx="9464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9029D8C3-189A-4B54-8B62-DB878EF7E5C1}"/>
              </a:ext>
            </a:extLst>
          </p:cNvPr>
          <p:cNvSpPr txBox="1"/>
          <p:nvPr/>
        </p:nvSpPr>
        <p:spPr>
          <a:xfrm>
            <a:off x="4949555" y="2771483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타입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112" name="Button">
            <a:extLst>
              <a:ext uri="{FF2B5EF4-FFF2-40B4-BE49-F238E27FC236}">
                <a16:creationId xmlns:a16="http://schemas.microsoft.com/office/drawing/2014/main" xmlns="" id="{CB192297-A77F-400A-975C-47D1F0DFA9EF}"/>
              </a:ext>
            </a:extLst>
          </p:cNvPr>
          <p:cNvSpPr>
            <a:spLocks/>
          </p:cNvSpPr>
          <p:nvPr/>
        </p:nvSpPr>
        <p:spPr bwMode="auto">
          <a:xfrm>
            <a:off x="6480232" y="2762985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Button">
            <a:extLst>
              <a:ext uri="{FF2B5EF4-FFF2-40B4-BE49-F238E27FC236}">
                <a16:creationId xmlns:a16="http://schemas.microsoft.com/office/drawing/2014/main" xmlns="" id="{66601511-C931-44AF-B620-2EFA6ADDEC70}"/>
              </a:ext>
            </a:extLst>
          </p:cNvPr>
          <p:cNvSpPr>
            <a:spLocks/>
          </p:cNvSpPr>
          <p:nvPr/>
        </p:nvSpPr>
        <p:spPr bwMode="auto">
          <a:xfrm>
            <a:off x="6972771" y="2762985"/>
            <a:ext cx="54118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동기화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Button">
            <a:extLst>
              <a:ext uri="{FF2B5EF4-FFF2-40B4-BE49-F238E27FC236}">
                <a16:creationId xmlns:a16="http://schemas.microsoft.com/office/drawing/2014/main" xmlns="" id="{C129E280-6078-4827-9683-D69E7AABB59E}"/>
              </a:ext>
            </a:extLst>
          </p:cNvPr>
          <p:cNvSpPr>
            <a:spLocks/>
          </p:cNvSpPr>
          <p:nvPr/>
        </p:nvSpPr>
        <p:spPr bwMode="auto">
          <a:xfrm>
            <a:off x="5263950" y="5734926"/>
            <a:ext cx="369249" cy="2397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Chevron Right">
            <a:extLst>
              <a:ext uri="{FF2B5EF4-FFF2-40B4-BE49-F238E27FC236}">
                <a16:creationId xmlns:a16="http://schemas.microsoft.com/office/drawing/2014/main" xmlns="" id="{5C5FF11E-4F8E-4C4F-82C9-50330B02D621}"/>
              </a:ext>
            </a:extLst>
          </p:cNvPr>
          <p:cNvSpPr>
            <a:spLocks noChangeAspect="1"/>
          </p:cNvSpPr>
          <p:nvPr/>
        </p:nvSpPr>
        <p:spPr bwMode="auto">
          <a:xfrm rot="10800000">
            <a:off x="5387237" y="5766604"/>
            <a:ext cx="105733" cy="176406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8" name="Button">
            <a:extLst>
              <a:ext uri="{FF2B5EF4-FFF2-40B4-BE49-F238E27FC236}">
                <a16:creationId xmlns:a16="http://schemas.microsoft.com/office/drawing/2014/main" xmlns="" id="{2305FB5C-A65D-4B03-A0BF-463C1CFC4012}"/>
              </a:ext>
            </a:extLst>
          </p:cNvPr>
          <p:cNvSpPr>
            <a:spLocks/>
          </p:cNvSpPr>
          <p:nvPr/>
        </p:nvSpPr>
        <p:spPr bwMode="auto">
          <a:xfrm>
            <a:off x="5263950" y="5177380"/>
            <a:ext cx="369249" cy="2397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xmlns="" id="{ADDD57C7-CAAE-4310-A167-EA1523BF791B}"/>
              </a:ext>
            </a:extLst>
          </p:cNvPr>
          <p:cNvGrpSpPr/>
          <p:nvPr/>
        </p:nvGrpSpPr>
        <p:grpSpPr>
          <a:xfrm>
            <a:off x="5376524" y="5217877"/>
            <a:ext cx="157615" cy="176406"/>
            <a:chOff x="3960176" y="5221407"/>
            <a:chExt cx="282756" cy="345219"/>
          </a:xfrm>
        </p:grpSpPr>
        <p:sp>
          <p:nvSpPr>
            <p:cNvPr id="120" name="Chevron Right">
              <a:extLst>
                <a:ext uri="{FF2B5EF4-FFF2-40B4-BE49-F238E27FC236}">
                  <a16:creationId xmlns:a16="http://schemas.microsoft.com/office/drawing/2014/main" xmlns="" id="{3C5CDD9C-36A0-479C-80E2-18CDDB380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0176" y="5221407"/>
              <a:ext cx="189681" cy="345219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Chevron Right">
              <a:extLst>
                <a:ext uri="{FF2B5EF4-FFF2-40B4-BE49-F238E27FC236}">
                  <a16:creationId xmlns:a16="http://schemas.microsoft.com/office/drawing/2014/main" xmlns="" id="{4ACBA86B-3B66-439B-9232-682D3E6DF2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053251" y="5221407"/>
              <a:ext cx="189681" cy="345219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9" name="직사각형 78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697104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err="1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인스턴스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동기화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변경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종료시간 설정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종료 등록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,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취소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저장</a:t>
                      </a:r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9914455" y="4001608"/>
            <a:ext cx="1906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실행중인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샌드박스를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자동중지 예약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인스턴스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종료시간을 설정하여 관리할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6441303" y="2725643"/>
            <a:ext cx="495772" cy="314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/>
          <p:cNvSpPr/>
          <p:nvPr/>
        </p:nvSpPr>
        <p:spPr>
          <a:xfrm>
            <a:off x="7007406" y="2727211"/>
            <a:ext cx="495772" cy="314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/>
          <p:cNvSpPr/>
          <p:nvPr/>
        </p:nvSpPr>
        <p:spPr>
          <a:xfrm>
            <a:off x="6445396" y="243867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7007406" y="243293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971540" y="3364977"/>
            <a:ext cx="495772" cy="659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5205002" y="4743072"/>
            <a:ext cx="495772" cy="1297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1207037" y="4838365"/>
            <a:ext cx="1532166" cy="2838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>
          <a:xfrm>
            <a:off x="3605102" y="6127397"/>
            <a:ext cx="1532166" cy="2838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7368436" y="319493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672151" y="466871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5229439" y="4458428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3333313" y="614331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6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32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권한관리 </a:t>
            </a:r>
            <a:r>
              <a:rPr lang="en-US" altLang="ko-KR" dirty="0"/>
              <a:t>(WF0023)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74BC56E5-FE4D-4F38-AEB1-DCEB8BF01FB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48F191D-08B3-43E5-8092-03C322C10E8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262299B8-EA42-485B-BF3D-EF56934D1C9D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A2EDB7C3-DF5E-4162-9055-2C7EE4DD4587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24631243-E30C-469E-AA8C-61566CE651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77FC2B92-15F8-4D13-B463-6C0F39D42820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669EAA0D-EDA9-4B59-B94D-0D182E157CB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4466E9DB-900D-4C16-B1DF-B4BAC113E9AF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339CB82B-122F-47FA-9B25-77D2A4774C1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8016085A-D2FD-49F1-BAE0-A025C3A6FFA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F80E84F4-5E0F-4108-8F8A-97958F7D04A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97E0EC3-24EA-4E24-82B7-67AFCAE55B1C}"/>
              </a:ext>
            </a:extLst>
          </p:cNvPr>
          <p:cNvSpPr txBox="1"/>
          <p:nvPr/>
        </p:nvSpPr>
        <p:spPr>
          <a:xfrm>
            <a:off x="1105065" y="2164808"/>
            <a:ext cx="2452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사용자 승인 및 권한관리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xmlns="" id="{B3E62A36-A2D9-45CE-8697-F445F981F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05041"/>
              </p:ext>
            </p:extLst>
          </p:nvPr>
        </p:nvGraphicFramePr>
        <p:xfrm>
          <a:off x="1098336" y="2923512"/>
          <a:ext cx="6447773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99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75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xmlns="" val="264727724"/>
                    </a:ext>
                  </a:extLst>
                </a:gridCol>
                <a:gridCol w="1034473">
                  <a:extLst>
                    <a:ext uri="{9D8B030D-6E8A-4147-A177-3AD203B41FA5}">
                      <a16:colId xmlns:a16="http://schemas.microsoft.com/office/drawing/2014/main" xmlns="" val="416404832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646545">
                  <a:extLst>
                    <a:ext uri="{9D8B030D-6E8A-4147-A177-3AD203B41FA5}">
                      <a16:colId xmlns:a16="http://schemas.microsoft.com/office/drawing/2014/main" xmlns="" val="3045270213"/>
                    </a:ext>
                  </a:extLst>
                </a:gridCol>
                <a:gridCol w="600364">
                  <a:extLst>
                    <a:ext uri="{9D8B030D-6E8A-4147-A177-3AD203B41FA5}">
                      <a16:colId xmlns:a16="http://schemas.microsoft.com/office/drawing/2014/main" xmlns="" val="3617891955"/>
                    </a:ext>
                  </a:extLst>
                </a:gridCol>
                <a:gridCol w="13115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8073">
                  <a:extLst>
                    <a:ext uri="{9D8B030D-6E8A-4147-A177-3AD203B41FA5}">
                      <a16:colId xmlns:a16="http://schemas.microsoft.com/office/drawing/2014/main" xmlns="" val="507185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EP-ID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부서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권한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등록일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23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42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9325B986-4B13-47C1-B0B8-6DDBB20BE9F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774420" y="2604547"/>
            <a:ext cx="1035146" cy="241092"/>
            <a:chOff x="928688" y="1261242"/>
            <a:chExt cx="1035146" cy="241092"/>
          </a:xfrm>
        </p:grpSpPr>
        <p:sp>
          <p:nvSpPr>
            <p:cNvPr id="43" name="Text Box">
              <a:extLst>
                <a:ext uri="{FF2B5EF4-FFF2-40B4-BE49-F238E27FC236}">
                  <a16:creationId xmlns:a16="http://schemas.microsoft.com/office/drawing/2014/main" xmlns="" id="{AE09C83E-8609-4E82-AC95-1ABF4FCB6DFF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44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FF3F7973-15D4-49D4-9269-5C3573051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CF1AEC3A-6EC7-4C20-B791-D71370B5C3E3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885670" y="2604547"/>
            <a:ext cx="1035146" cy="241092"/>
            <a:chOff x="928688" y="1261242"/>
            <a:chExt cx="1035146" cy="241092"/>
          </a:xfrm>
        </p:grpSpPr>
        <p:sp>
          <p:nvSpPr>
            <p:cNvPr id="46" name="Text Box">
              <a:extLst>
                <a:ext uri="{FF2B5EF4-FFF2-40B4-BE49-F238E27FC236}">
                  <a16:creationId xmlns:a16="http://schemas.microsoft.com/office/drawing/2014/main" xmlns="" id="{035507BE-E899-42C9-863D-3BC04D19C884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47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D65E7484-8DE9-4E10-B4F6-FE5F577BBB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4EAA8622-2515-4C8C-8B36-BBA9023B52E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084310" y="2607889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49" name="Text Box">
              <a:extLst>
                <a:ext uri="{FF2B5EF4-FFF2-40B4-BE49-F238E27FC236}">
                  <a16:creationId xmlns:a16="http://schemas.microsoft.com/office/drawing/2014/main" xmlns="" id="{8146351F-2128-4DFB-A9E3-A7E2D2BE63D5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50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B9294B4A-D5AE-4A45-9FB3-ECCD90CAE0B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Pagination">
            <a:extLst>
              <a:ext uri="{FF2B5EF4-FFF2-40B4-BE49-F238E27FC236}">
                <a16:creationId xmlns:a16="http://schemas.microsoft.com/office/drawing/2014/main" xmlns="" id="{7F12A666-9E56-48DD-AFC0-7608640B9FB9}"/>
              </a:ext>
            </a:extLst>
          </p:cNvPr>
          <p:cNvSpPr txBox="1"/>
          <p:nvPr/>
        </p:nvSpPr>
        <p:spPr>
          <a:xfrm>
            <a:off x="3502279" y="4089858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53" name="Button">
            <a:extLst>
              <a:ext uri="{FF2B5EF4-FFF2-40B4-BE49-F238E27FC236}">
                <a16:creationId xmlns:a16="http://schemas.microsoft.com/office/drawing/2014/main" xmlns="" id="{7B4C298F-E958-4687-9ED0-541D53BFF5A3}"/>
              </a:ext>
            </a:extLst>
          </p:cNvPr>
          <p:cNvSpPr>
            <a:spLocks/>
          </p:cNvSpPr>
          <p:nvPr/>
        </p:nvSpPr>
        <p:spPr bwMode="auto">
          <a:xfrm>
            <a:off x="6998664" y="3269131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변경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Button">
            <a:extLst>
              <a:ext uri="{FF2B5EF4-FFF2-40B4-BE49-F238E27FC236}">
                <a16:creationId xmlns:a16="http://schemas.microsoft.com/office/drawing/2014/main" xmlns="" id="{07872323-42D5-4899-BA78-8B85574541D8}"/>
              </a:ext>
            </a:extLst>
          </p:cNvPr>
          <p:cNvSpPr>
            <a:spLocks/>
          </p:cNvSpPr>
          <p:nvPr/>
        </p:nvSpPr>
        <p:spPr bwMode="auto">
          <a:xfrm>
            <a:off x="6998664" y="3585657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변경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Button">
            <a:extLst>
              <a:ext uri="{FF2B5EF4-FFF2-40B4-BE49-F238E27FC236}">
                <a16:creationId xmlns:a16="http://schemas.microsoft.com/office/drawing/2014/main" xmlns="" id="{AE2EC766-9FA3-468E-873D-E247B02EF220}"/>
              </a:ext>
            </a:extLst>
          </p:cNvPr>
          <p:cNvSpPr>
            <a:spLocks/>
          </p:cNvSpPr>
          <p:nvPr/>
        </p:nvSpPr>
        <p:spPr bwMode="auto">
          <a:xfrm>
            <a:off x="6998664" y="3910838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변경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xmlns="" id="{E6F4E17A-CD67-492F-B012-29FAC241B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847704"/>
              </p:ext>
            </p:extLst>
          </p:nvPr>
        </p:nvGraphicFramePr>
        <p:xfrm>
          <a:off x="1098336" y="4588550"/>
          <a:ext cx="6447773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88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9866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00529">
                  <a:extLst>
                    <a:ext uri="{9D8B030D-6E8A-4147-A177-3AD203B41FA5}">
                      <a16:colId xmlns:a16="http://schemas.microsoft.com/office/drawing/2014/main" xmlns="" val="264727724"/>
                    </a:ext>
                  </a:extLst>
                </a:gridCol>
                <a:gridCol w="1249996">
                  <a:extLst>
                    <a:ext uri="{9D8B030D-6E8A-4147-A177-3AD203B41FA5}">
                      <a16:colId xmlns:a16="http://schemas.microsoft.com/office/drawing/2014/main" xmlns="" val="4164048327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xmlns="" val="361789195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0364">
                  <a:extLst>
                    <a:ext uri="{9D8B030D-6E8A-4147-A177-3AD203B41FA5}">
                      <a16:colId xmlns:a16="http://schemas.microsoft.com/office/drawing/2014/main" xmlns="" val="507185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EP-ID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부서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결재상신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결재완료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7" name="Pagination">
            <a:extLst>
              <a:ext uri="{FF2B5EF4-FFF2-40B4-BE49-F238E27FC236}">
                <a16:creationId xmlns:a16="http://schemas.microsoft.com/office/drawing/2014/main" xmlns="" id="{2B5C209E-A9A3-4E06-809C-3321A17B10B5}"/>
              </a:ext>
            </a:extLst>
          </p:cNvPr>
          <p:cNvSpPr txBox="1"/>
          <p:nvPr/>
        </p:nvSpPr>
        <p:spPr>
          <a:xfrm>
            <a:off x="3502279" y="5650270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58" name="Button">
            <a:extLst>
              <a:ext uri="{FF2B5EF4-FFF2-40B4-BE49-F238E27FC236}">
                <a16:creationId xmlns:a16="http://schemas.microsoft.com/office/drawing/2014/main" xmlns="" id="{51C7D051-9F85-4AD1-8ED2-E949C3F7F6D8}"/>
              </a:ext>
            </a:extLst>
          </p:cNvPr>
          <p:cNvSpPr>
            <a:spLocks/>
          </p:cNvSpPr>
          <p:nvPr/>
        </p:nvSpPr>
        <p:spPr bwMode="auto">
          <a:xfrm>
            <a:off x="6998664" y="494197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등록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Button">
            <a:extLst>
              <a:ext uri="{FF2B5EF4-FFF2-40B4-BE49-F238E27FC236}">
                <a16:creationId xmlns:a16="http://schemas.microsoft.com/office/drawing/2014/main" xmlns="" id="{726A4C3F-5B59-4140-B6FE-1491DA232CC4}"/>
              </a:ext>
            </a:extLst>
          </p:cNvPr>
          <p:cNvSpPr>
            <a:spLocks/>
          </p:cNvSpPr>
          <p:nvPr/>
        </p:nvSpPr>
        <p:spPr bwMode="auto">
          <a:xfrm>
            <a:off x="6998664" y="525850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등록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6D5C9FAF-5974-4C8A-B57B-05B8ABE7D18F}"/>
              </a:ext>
            </a:extLst>
          </p:cNvPr>
          <p:cNvSpPr txBox="1"/>
          <p:nvPr/>
        </p:nvSpPr>
        <p:spPr>
          <a:xfrm>
            <a:off x="1091220" y="4328322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신청 사용자 등록</a:t>
            </a:r>
            <a:endParaRPr lang="ko-KR" altLang="en-US" sz="14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2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8D10AE15-BB1D-4CF9-B0BD-375DD4D384F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765906" y="1503215"/>
            <a:ext cx="3620490" cy="4352544"/>
            <a:chOff x="595684" y="1261242"/>
            <a:chExt cx="6668462" cy="4352544"/>
          </a:xfrm>
        </p:grpSpPr>
        <p:sp>
          <p:nvSpPr>
            <p:cNvPr id="6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0294046-2FA8-4D57-98B6-1A83D47DF4C2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D8E01EF-81BF-4D0E-8D2C-1163D1C7F71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6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F0BB946-7F08-4F8B-B707-A80F0AA7284C}"/>
                </a:ext>
              </a:extLst>
            </p:cNvPr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5C1BE8BB-172D-40F7-B097-F9F0E75F6862}"/>
              </a:ext>
            </a:extLst>
          </p:cNvPr>
          <p:cNvSpPr txBox="1"/>
          <p:nvPr/>
        </p:nvSpPr>
        <p:spPr>
          <a:xfrm>
            <a:off x="7921502" y="1902025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사용자 등록</a:t>
            </a:r>
          </a:p>
        </p:txBody>
      </p:sp>
      <p:grpSp>
        <p:nvGrpSpPr>
          <p:cNvPr id="67" name="Labeled Field">
            <a:extLst>
              <a:ext uri="{FF2B5EF4-FFF2-40B4-BE49-F238E27FC236}">
                <a16:creationId xmlns:a16="http://schemas.microsoft.com/office/drawing/2014/main" xmlns="" id="{5B02DDCC-5B5D-459A-9449-3D646DCF58C9}"/>
              </a:ext>
            </a:extLst>
          </p:cNvPr>
          <p:cNvGrpSpPr/>
          <p:nvPr/>
        </p:nvGrpSpPr>
        <p:grpSpPr>
          <a:xfrm>
            <a:off x="7875229" y="2348304"/>
            <a:ext cx="1590251" cy="241121"/>
            <a:chOff x="959626" y="2039771"/>
            <a:chExt cx="1801702" cy="241121"/>
          </a:xfrm>
        </p:grpSpPr>
        <p:sp>
          <p:nvSpPr>
            <p:cNvPr id="68" name="Text Box">
              <a:extLst>
                <a:ext uri="{FF2B5EF4-FFF2-40B4-BE49-F238E27FC236}">
                  <a16:creationId xmlns:a16="http://schemas.microsoft.com/office/drawing/2014/main" xmlns="" id="{47E6075C-9E79-42EA-9CEB-B081A93D5470}"/>
                </a:ext>
              </a:extLst>
            </p:cNvPr>
            <p:cNvSpPr/>
            <p:nvPr/>
          </p:nvSpPr>
          <p:spPr>
            <a:xfrm>
              <a:off x="1768970" y="2039771"/>
              <a:ext cx="992358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Label">
              <a:extLst>
                <a:ext uri="{FF2B5EF4-FFF2-40B4-BE49-F238E27FC236}">
                  <a16:creationId xmlns:a16="http://schemas.microsoft.com/office/drawing/2014/main" xmlns="" id="{D6E1EF79-BEE6-42C5-92D4-DFEFDC1714E6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70" name="Labeled Field">
            <a:extLst>
              <a:ext uri="{FF2B5EF4-FFF2-40B4-BE49-F238E27FC236}">
                <a16:creationId xmlns:a16="http://schemas.microsoft.com/office/drawing/2014/main" xmlns="" id="{D47D1DE5-86EC-4747-9865-4575B4DA2F11}"/>
              </a:ext>
            </a:extLst>
          </p:cNvPr>
          <p:cNvGrpSpPr/>
          <p:nvPr/>
        </p:nvGrpSpPr>
        <p:grpSpPr>
          <a:xfrm>
            <a:off x="7875227" y="2618821"/>
            <a:ext cx="1590254" cy="258922"/>
            <a:chOff x="959624" y="2039800"/>
            <a:chExt cx="1801706" cy="258922"/>
          </a:xfrm>
        </p:grpSpPr>
        <p:sp>
          <p:nvSpPr>
            <p:cNvPr id="71" name="Text Box">
              <a:extLst>
                <a:ext uri="{FF2B5EF4-FFF2-40B4-BE49-F238E27FC236}">
                  <a16:creationId xmlns:a16="http://schemas.microsoft.com/office/drawing/2014/main" xmlns="" id="{4433393C-7B50-4D37-BFED-C4D1F9842CD8}"/>
                </a:ext>
              </a:extLst>
            </p:cNvPr>
            <p:cNvSpPr/>
            <p:nvPr/>
          </p:nvSpPr>
          <p:spPr>
            <a:xfrm>
              <a:off x="1768972" y="2057630"/>
              <a:ext cx="992358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Label">
              <a:extLst>
                <a:ext uri="{FF2B5EF4-FFF2-40B4-BE49-F238E27FC236}">
                  <a16:creationId xmlns:a16="http://schemas.microsoft.com/office/drawing/2014/main" xmlns="" id="{3D00D569-0D71-4EAC-867C-CBE49CD3FEB2}"/>
                </a:ext>
              </a:extLst>
            </p:cNvPr>
            <p:cNvSpPr txBox="1"/>
            <p:nvPr/>
          </p:nvSpPr>
          <p:spPr>
            <a:xfrm>
              <a:off x="959624" y="2039800"/>
              <a:ext cx="9037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신청부서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73" name="Label">
            <a:extLst>
              <a:ext uri="{FF2B5EF4-FFF2-40B4-BE49-F238E27FC236}">
                <a16:creationId xmlns:a16="http://schemas.microsoft.com/office/drawing/2014/main" xmlns="" id="{EA1DC543-BC72-4E6C-9A89-C1818ABFC04F}"/>
              </a:ext>
            </a:extLst>
          </p:cNvPr>
          <p:cNvSpPr txBox="1"/>
          <p:nvPr/>
        </p:nvSpPr>
        <p:spPr>
          <a:xfrm>
            <a:off x="7875226" y="2937845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품의승인일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74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727FCD0C-7580-4FA6-9F71-40FE7635986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8778638" y="2937874"/>
            <a:ext cx="1261544" cy="241092"/>
            <a:chOff x="928687" y="1261242"/>
            <a:chExt cx="1489659" cy="241092"/>
          </a:xfrm>
        </p:grpSpPr>
        <p:sp>
          <p:nvSpPr>
            <p:cNvPr id="75" name="Text Box">
              <a:extLst>
                <a:ext uri="{FF2B5EF4-FFF2-40B4-BE49-F238E27FC236}">
                  <a16:creationId xmlns:a16="http://schemas.microsoft.com/office/drawing/2014/main" xmlns="" id="{FA4DB499-AD1F-47C3-A859-7480F9E2080C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76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3F13F637-7C7A-4697-A061-EF13FD096FEE}"/>
                </a:ext>
              </a:extLst>
            </p:cNvPr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9" name="Button">
            <a:extLst>
              <a:ext uri="{FF2B5EF4-FFF2-40B4-BE49-F238E27FC236}">
                <a16:creationId xmlns:a16="http://schemas.microsoft.com/office/drawing/2014/main" xmlns="" id="{F0E96EBB-BDDA-4B84-AF2E-8C73DB6C9BD5}"/>
              </a:ext>
            </a:extLst>
          </p:cNvPr>
          <p:cNvSpPr>
            <a:spLocks/>
          </p:cNvSpPr>
          <p:nvPr/>
        </p:nvSpPr>
        <p:spPr bwMode="auto">
          <a:xfrm>
            <a:off x="8973624" y="553987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Button">
            <a:extLst>
              <a:ext uri="{FF2B5EF4-FFF2-40B4-BE49-F238E27FC236}">
                <a16:creationId xmlns:a16="http://schemas.microsoft.com/office/drawing/2014/main" xmlns="" id="{6BB4E09D-B855-4589-A5D1-0EF037DFC23A}"/>
              </a:ext>
            </a:extLst>
          </p:cNvPr>
          <p:cNvSpPr>
            <a:spLocks/>
          </p:cNvSpPr>
          <p:nvPr/>
        </p:nvSpPr>
        <p:spPr bwMode="auto">
          <a:xfrm>
            <a:off x="9654531" y="553987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8" name="Labeled Field">
            <a:extLst>
              <a:ext uri="{FF2B5EF4-FFF2-40B4-BE49-F238E27FC236}">
                <a16:creationId xmlns:a16="http://schemas.microsoft.com/office/drawing/2014/main" xmlns="" id="{78BAB719-4898-4039-82C9-8A90DDC4985E}"/>
              </a:ext>
            </a:extLst>
          </p:cNvPr>
          <p:cNvGrpSpPr/>
          <p:nvPr/>
        </p:nvGrpSpPr>
        <p:grpSpPr>
          <a:xfrm>
            <a:off x="9585259" y="2348304"/>
            <a:ext cx="1590251" cy="241121"/>
            <a:chOff x="959626" y="2039771"/>
            <a:chExt cx="1801702" cy="241121"/>
          </a:xfrm>
        </p:grpSpPr>
        <p:sp>
          <p:nvSpPr>
            <p:cNvPr id="99" name="Text Box">
              <a:extLst>
                <a:ext uri="{FF2B5EF4-FFF2-40B4-BE49-F238E27FC236}">
                  <a16:creationId xmlns:a16="http://schemas.microsoft.com/office/drawing/2014/main" xmlns="" id="{9FC74D11-3920-4750-A269-1746D02C9E4C}"/>
                </a:ext>
              </a:extLst>
            </p:cNvPr>
            <p:cNvSpPr/>
            <p:nvPr/>
          </p:nvSpPr>
          <p:spPr>
            <a:xfrm>
              <a:off x="1768970" y="2039771"/>
              <a:ext cx="992358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Label">
              <a:extLst>
                <a:ext uri="{FF2B5EF4-FFF2-40B4-BE49-F238E27FC236}">
                  <a16:creationId xmlns:a16="http://schemas.microsoft.com/office/drawing/2014/main" xmlns="" id="{662C6536-B369-4F87-A22F-9E33756B3CE1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EP-ID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101" name="Labeled Field">
            <a:extLst>
              <a:ext uri="{FF2B5EF4-FFF2-40B4-BE49-F238E27FC236}">
                <a16:creationId xmlns:a16="http://schemas.microsoft.com/office/drawing/2014/main" xmlns="" id="{EC328A85-2E9C-437D-9C91-AFB7C69A2B45}"/>
              </a:ext>
            </a:extLst>
          </p:cNvPr>
          <p:cNvGrpSpPr/>
          <p:nvPr/>
        </p:nvGrpSpPr>
        <p:grpSpPr>
          <a:xfrm>
            <a:off x="9585257" y="2618821"/>
            <a:ext cx="1590254" cy="258922"/>
            <a:chOff x="959624" y="2039800"/>
            <a:chExt cx="1801706" cy="258922"/>
          </a:xfrm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xmlns="" id="{EF64DDEA-6DC6-4119-83C4-0913BE02591C}"/>
                </a:ext>
              </a:extLst>
            </p:cNvPr>
            <p:cNvSpPr/>
            <p:nvPr/>
          </p:nvSpPr>
          <p:spPr>
            <a:xfrm>
              <a:off x="1768972" y="2057630"/>
              <a:ext cx="992358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Label">
              <a:extLst>
                <a:ext uri="{FF2B5EF4-FFF2-40B4-BE49-F238E27FC236}">
                  <a16:creationId xmlns:a16="http://schemas.microsoft.com/office/drawing/2014/main" xmlns="" id="{BDDAD2DB-7D95-4DD1-AC95-6DD07F9AE918}"/>
                </a:ext>
              </a:extLst>
            </p:cNvPr>
            <p:cNvSpPr txBox="1"/>
            <p:nvPr/>
          </p:nvSpPr>
          <p:spPr>
            <a:xfrm>
              <a:off x="959624" y="2039800"/>
              <a:ext cx="903789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품의번호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EE0583C6-70ED-4E3D-ABCE-4C5627031512}"/>
              </a:ext>
            </a:extLst>
          </p:cNvPr>
          <p:cNvSpPr txBox="1"/>
          <p:nvPr/>
        </p:nvSpPr>
        <p:spPr>
          <a:xfrm>
            <a:off x="7870937" y="4472444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라이선스 현황</a:t>
            </a:r>
            <a:endParaRPr lang="ko-KR" alt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xmlns="" id="{FB60624F-3E73-452E-AD6A-18027EEB4A80}"/>
              </a:ext>
            </a:extLst>
          </p:cNvPr>
          <p:cNvSpPr txBox="1"/>
          <p:nvPr/>
        </p:nvSpPr>
        <p:spPr>
          <a:xfrm>
            <a:off x="7921502" y="4732290"/>
            <a:ext cx="958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제품</a:t>
            </a:r>
            <a:endParaRPr lang="en-US" altLang="ko-KR" sz="800" dirty="0"/>
          </a:p>
          <a:p>
            <a:r>
              <a:rPr lang="en-US" altLang="ko-KR" sz="800" dirty="0"/>
              <a:t>Tableau Viewer</a:t>
            </a:r>
          </a:p>
          <a:p>
            <a:r>
              <a:rPr lang="en-US" altLang="ko-KR" sz="800" dirty="0"/>
              <a:t>Tableau Explorer</a:t>
            </a:r>
          </a:p>
          <a:p>
            <a:r>
              <a:rPr lang="en-US" altLang="ko-KR" sz="800" dirty="0"/>
              <a:t>Tableau Creator</a:t>
            </a:r>
          </a:p>
          <a:p>
            <a:r>
              <a:rPr lang="en-US" altLang="ko-KR" sz="800" dirty="0" err="1"/>
              <a:t>LongView</a:t>
            </a:r>
            <a:endParaRPr lang="ko-KR" altLang="en-US" sz="8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xmlns="" id="{4F2A9A2C-008B-4BB9-99DB-343DC3C70798}"/>
              </a:ext>
            </a:extLst>
          </p:cNvPr>
          <p:cNvSpPr txBox="1"/>
          <p:nvPr/>
        </p:nvSpPr>
        <p:spPr>
          <a:xfrm>
            <a:off x="9228492" y="4732290"/>
            <a:ext cx="5950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잔여수량</a:t>
            </a:r>
            <a:endParaRPr lang="en-US" altLang="ko-KR" sz="800" dirty="0"/>
          </a:p>
          <a:p>
            <a:r>
              <a:rPr lang="en-US" altLang="ko-KR" sz="800" dirty="0"/>
              <a:t>5</a:t>
            </a:r>
          </a:p>
          <a:p>
            <a:r>
              <a:rPr lang="en-US" altLang="ko-KR" sz="800" dirty="0"/>
              <a:t>10</a:t>
            </a:r>
          </a:p>
          <a:p>
            <a:r>
              <a:rPr lang="en-US" altLang="ko-KR" sz="800" dirty="0"/>
              <a:t>2</a:t>
            </a:r>
          </a:p>
          <a:p>
            <a:r>
              <a:rPr lang="en-US" altLang="ko-KR" sz="800" dirty="0"/>
              <a:t>7</a:t>
            </a:r>
            <a:endParaRPr lang="ko-KR" altLang="en-US" sz="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B1E520DA-6749-4E13-AB0C-0051AA7608B8}"/>
              </a:ext>
            </a:extLst>
          </p:cNvPr>
          <p:cNvSpPr txBox="1"/>
          <p:nvPr/>
        </p:nvSpPr>
        <p:spPr>
          <a:xfrm>
            <a:off x="9981714" y="4732290"/>
            <a:ext cx="734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800" u="sng" dirty="0"/>
          </a:p>
          <a:p>
            <a:r>
              <a:rPr lang="ko-KR" altLang="en-US" sz="800" u="sng" dirty="0"/>
              <a:t>관리로 이동</a:t>
            </a:r>
            <a:endParaRPr lang="en-US" altLang="ko-KR" sz="800" u="sng" dirty="0"/>
          </a:p>
          <a:p>
            <a:r>
              <a:rPr lang="ko-KR" altLang="en-US" sz="800" u="sng" dirty="0"/>
              <a:t>관리로 이동</a:t>
            </a:r>
          </a:p>
          <a:p>
            <a:r>
              <a:rPr lang="ko-KR" altLang="en-US" sz="800" u="sng" dirty="0"/>
              <a:t>관리로 이동</a:t>
            </a:r>
          </a:p>
          <a:p>
            <a:r>
              <a:rPr lang="ko-KR" altLang="en-US" sz="800" u="sng" dirty="0"/>
              <a:t>관리로 이동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96943085-4C7E-41BF-AECE-EB859ACEFE7A}"/>
              </a:ext>
            </a:extLst>
          </p:cNvPr>
          <p:cNvSpPr txBox="1"/>
          <p:nvPr/>
        </p:nvSpPr>
        <p:spPr>
          <a:xfrm rot="20696192">
            <a:off x="8554529" y="5671092"/>
            <a:ext cx="327846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제품별 </a:t>
            </a:r>
            <a:r>
              <a:rPr lang="en-US" altLang="ko-KR" b="1" dirty="0">
                <a:solidFill>
                  <a:schemeClr val="accent1">
                    <a:lumMod val="50000"/>
                  </a:schemeClr>
                </a:solidFill>
              </a:rPr>
              <a:t>API </a:t>
            </a:r>
            <a:r>
              <a:rPr lang="ko-KR" altLang="en-US" b="1" dirty="0">
                <a:solidFill>
                  <a:schemeClr val="accent1">
                    <a:lumMod val="50000"/>
                  </a:schemeClr>
                </a:solidFill>
              </a:rPr>
              <a:t>확인 후 기능 확정</a:t>
            </a:r>
          </a:p>
        </p:txBody>
      </p:sp>
      <p:pic>
        <p:nvPicPr>
          <p:cNvPr id="114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82A6C928-DF32-4EE7-A981-909E218F8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58" y="3546280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17D6227B-00D5-421C-B795-E9F6FFE92A3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09920" y="3551400"/>
            <a:ext cx="106279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클라우드 </a:t>
            </a:r>
            <a:r>
              <a:rPr lang="ko-KR" altLang="en-US" sz="800" dirty="0" err="1"/>
              <a:t>분석샌드박스</a:t>
            </a:r>
            <a:endParaRPr lang="ko-KR" altLang="en-US" sz="800" dirty="0"/>
          </a:p>
        </p:txBody>
      </p:sp>
      <p:sp>
        <p:nvSpPr>
          <p:cNvPr id="121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A0BF8510-EE5A-4357-AF10-32B1282627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09920" y="3731452"/>
            <a:ext cx="71013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/>
              <a:t>Tableau</a:t>
            </a:r>
            <a:r>
              <a:rPr lang="ko-KR" altLang="en-US" sz="800" dirty="0"/>
              <a:t> </a:t>
            </a:r>
            <a:r>
              <a:rPr lang="en-US" altLang="ko-KR" sz="800" dirty="0"/>
              <a:t>Viewer</a:t>
            </a:r>
            <a:endParaRPr lang="ko-KR" altLang="en-US" sz="800" dirty="0"/>
          </a:p>
        </p:txBody>
      </p:sp>
      <p:sp>
        <p:nvSpPr>
          <p:cNvPr id="136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97DDF43C-5E61-4EDB-99C6-DD069DDDF44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109920" y="3915125"/>
            <a:ext cx="77425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/>
              <a:t>Tableau</a:t>
            </a:r>
            <a:r>
              <a:rPr lang="ko-KR" altLang="en-US" sz="800" dirty="0"/>
              <a:t> </a:t>
            </a:r>
            <a:r>
              <a:rPr lang="en-US" altLang="ko-KR" sz="800" dirty="0"/>
              <a:t>Explorer</a:t>
            </a:r>
            <a:endParaRPr lang="ko-KR" altLang="en-US" sz="800" dirty="0"/>
          </a:p>
        </p:txBody>
      </p:sp>
      <p:sp>
        <p:nvSpPr>
          <p:cNvPr id="140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09B3ADC1-6BC4-4B53-AB40-F4EB0340808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109920" y="4092342"/>
            <a:ext cx="73738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 err="1"/>
              <a:t>Tab;eau</a:t>
            </a:r>
            <a:r>
              <a:rPr lang="en-US" altLang="ko-KR" sz="800" dirty="0"/>
              <a:t> Creator</a:t>
            </a:r>
            <a:endParaRPr lang="ko-KR" altLang="en-US" sz="800" dirty="0"/>
          </a:p>
        </p:txBody>
      </p:sp>
      <p:sp>
        <p:nvSpPr>
          <p:cNvPr id="144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963830C0-71D6-48AB-8614-D2661E2F0DD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109920" y="4274767"/>
            <a:ext cx="45525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 err="1"/>
              <a:t>LongVIew</a:t>
            </a:r>
            <a:endParaRPr lang="ko-KR" altLang="en-US" sz="800" dirty="0"/>
          </a:p>
        </p:txBody>
      </p:sp>
      <p:pic>
        <p:nvPicPr>
          <p:cNvPr id="146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10518E78-87E3-4943-8570-7220E5AFD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705" y="3730401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9CB33F1C-6223-4FCF-9A15-BC02CF557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48" y="3920568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ADF1E1DF-EEEF-43B7-85AC-B77B9F6AB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269" y="4082102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5D6DD1E5-D7C4-43F7-80BB-B3F4BBEEB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061" y="4280405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D6534D5C-AC4B-4721-B354-D8F1FCD18CC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7939137" y="3970038"/>
            <a:ext cx="133351" cy="133351"/>
            <a:chOff x="554563" y="2632644"/>
            <a:chExt cx="131556" cy="131556"/>
          </a:xfrm>
        </p:grpSpPr>
        <p:sp>
          <p:nvSpPr>
            <p:cNvPr id="151" name="Box">
              <a:extLst>
                <a:ext uri="{FF2B5EF4-FFF2-40B4-BE49-F238E27FC236}">
                  <a16:creationId xmlns:a16="http://schemas.microsoft.com/office/drawing/2014/main" xmlns="" id="{90D27EF4-E5FD-4F20-A01E-2A174463EE20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3" name="Check">
              <a:extLst>
                <a:ext uri="{FF2B5EF4-FFF2-40B4-BE49-F238E27FC236}">
                  <a16:creationId xmlns:a16="http://schemas.microsoft.com/office/drawing/2014/main" xmlns="" id="{D05CC9D3-0287-49E9-A5AD-0BF0301D0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2BC81DFE-E98F-4F1E-96C0-759CCEDC52B4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7917152" y="3731452"/>
            <a:ext cx="133351" cy="133351"/>
            <a:chOff x="554563" y="2632644"/>
            <a:chExt cx="131556" cy="131556"/>
          </a:xfrm>
        </p:grpSpPr>
        <p:sp>
          <p:nvSpPr>
            <p:cNvPr id="155" name="Box">
              <a:extLst>
                <a:ext uri="{FF2B5EF4-FFF2-40B4-BE49-F238E27FC236}">
                  <a16:creationId xmlns:a16="http://schemas.microsoft.com/office/drawing/2014/main" xmlns="" id="{E5BE3438-1611-4411-970F-1C6741BDA726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6" name="Check">
              <a:extLst>
                <a:ext uri="{FF2B5EF4-FFF2-40B4-BE49-F238E27FC236}">
                  <a16:creationId xmlns:a16="http://schemas.microsoft.com/office/drawing/2014/main" xmlns="" id="{A4379951-5D68-4B19-B122-BAF04046E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1AF9860E-729C-4A4F-AAF5-FD4EEDBE283D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7917152" y="3910607"/>
            <a:ext cx="133351" cy="133351"/>
            <a:chOff x="554563" y="2632644"/>
            <a:chExt cx="131556" cy="131556"/>
          </a:xfrm>
        </p:grpSpPr>
        <p:sp>
          <p:nvSpPr>
            <p:cNvPr id="158" name="Box">
              <a:extLst>
                <a:ext uri="{FF2B5EF4-FFF2-40B4-BE49-F238E27FC236}">
                  <a16:creationId xmlns:a16="http://schemas.microsoft.com/office/drawing/2014/main" xmlns="" id="{7E7CEC12-5B19-4506-A1C1-CFF077CEF74F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9" name="Check">
              <a:extLst>
                <a:ext uri="{FF2B5EF4-FFF2-40B4-BE49-F238E27FC236}">
                  <a16:creationId xmlns:a16="http://schemas.microsoft.com/office/drawing/2014/main" xmlns="" id="{76599E84-ECA2-4D86-9A59-EC0F38A610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E44ECCFC-D82D-4419-957B-6A6765694967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7917152" y="4082102"/>
            <a:ext cx="133351" cy="133351"/>
            <a:chOff x="554563" y="2632644"/>
            <a:chExt cx="131556" cy="131556"/>
          </a:xfrm>
        </p:grpSpPr>
        <p:sp>
          <p:nvSpPr>
            <p:cNvPr id="161" name="Box">
              <a:extLst>
                <a:ext uri="{FF2B5EF4-FFF2-40B4-BE49-F238E27FC236}">
                  <a16:creationId xmlns:a16="http://schemas.microsoft.com/office/drawing/2014/main" xmlns="" id="{1B2D2894-47F4-433F-9F3E-1E23E47ABDF2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2" name="Check">
              <a:extLst>
                <a:ext uri="{FF2B5EF4-FFF2-40B4-BE49-F238E27FC236}">
                  <a16:creationId xmlns:a16="http://schemas.microsoft.com/office/drawing/2014/main" xmlns="" id="{E8897569-1A0A-42E0-A364-FCDB2200E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AE07553F-5ABC-4514-95F2-13F67F664F1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7917152" y="4263062"/>
            <a:ext cx="133351" cy="133351"/>
            <a:chOff x="554563" y="2632644"/>
            <a:chExt cx="131556" cy="131556"/>
          </a:xfrm>
        </p:grpSpPr>
        <p:sp>
          <p:nvSpPr>
            <p:cNvPr id="164" name="Box">
              <a:extLst>
                <a:ext uri="{FF2B5EF4-FFF2-40B4-BE49-F238E27FC236}">
                  <a16:creationId xmlns:a16="http://schemas.microsoft.com/office/drawing/2014/main" xmlns="" id="{821125FE-B475-42C8-9999-160228AFDC85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5" name="Check">
              <a:extLst>
                <a:ext uri="{FF2B5EF4-FFF2-40B4-BE49-F238E27FC236}">
                  <a16:creationId xmlns:a16="http://schemas.microsoft.com/office/drawing/2014/main" xmlns="" id="{9DE4E319-16B2-4837-ADD1-987B78A48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xmlns="" id="{7631F5BD-872E-4191-8E05-43EDCE227EDD}"/>
              </a:ext>
            </a:extLst>
          </p:cNvPr>
          <p:cNvCxnSpPr/>
          <p:nvPr/>
        </p:nvCxnSpPr>
        <p:spPr>
          <a:xfrm>
            <a:off x="7784956" y="4472444"/>
            <a:ext cx="358789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xmlns="" id="{0532077E-5FF1-432E-874B-6CB940F013D9}"/>
              </a:ext>
            </a:extLst>
          </p:cNvPr>
          <p:cNvSpPr txBox="1"/>
          <p:nvPr/>
        </p:nvSpPr>
        <p:spPr>
          <a:xfrm>
            <a:off x="7870937" y="3234641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신청 서비스</a:t>
            </a:r>
          </a:p>
        </p:txBody>
      </p:sp>
      <p:pic>
        <p:nvPicPr>
          <p:cNvPr id="169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2514454C-9D96-481B-B528-7A58E456B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087" y="3546280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0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08D282D6-DC6E-4865-BC18-0C5A65A48B9E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9905489" y="3551400"/>
            <a:ext cx="628377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분석용 </a:t>
            </a:r>
            <a:r>
              <a:rPr lang="en-US" altLang="ko-KR" sz="800" dirty="0"/>
              <a:t>DBMS</a:t>
            </a:r>
            <a:endParaRPr lang="ko-KR" altLang="en-US" sz="800" dirty="0"/>
          </a:p>
        </p:txBody>
      </p:sp>
      <p:sp>
        <p:nvSpPr>
          <p:cNvPr id="171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C3339484-61EC-43D7-9F26-74A6C0D51FD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9905489" y="3731452"/>
            <a:ext cx="116538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데이터레이크 원본데이터</a:t>
            </a:r>
          </a:p>
        </p:txBody>
      </p:sp>
      <p:sp>
        <p:nvSpPr>
          <p:cNvPr id="172" name="Label" descr="&lt;SmartSettings&gt;&lt;SmartResize anchorLeft=&quot;Absolute&quot; anchorTop=&quot;Relative&quot; anchorRight=&quot;Relative&quot; anchorBottom=&quot;Relative&quot; /&gt;&lt;/SmartSettings&gt;">
            <a:extLst>
              <a:ext uri="{FF2B5EF4-FFF2-40B4-BE49-F238E27FC236}">
                <a16:creationId xmlns:a16="http://schemas.microsoft.com/office/drawing/2014/main" xmlns="" id="{BDA8E599-7FBB-40AE-8D72-7027E747F54C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9905489" y="3915125"/>
            <a:ext cx="116538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데이터레이크 </a:t>
            </a:r>
            <a:r>
              <a:rPr lang="ko-KR" altLang="en-US" sz="800" dirty="0" err="1"/>
              <a:t>마트데이터</a:t>
            </a:r>
            <a:endParaRPr lang="ko-KR" altLang="en-US" sz="800" dirty="0"/>
          </a:p>
        </p:txBody>
      </p:sp>
      <p:pic>
        <p:nvPicPr>
          <p:cNvPr id="175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36B5E0B9-7B1C-44C9-9825-97CA59C20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956" y="3730401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2" descr="물음표 원형 심플 아이콘 : 네이버 블로그">
            <a:extLst>
              <a:ext uri="{FF2B5EF4-FFF2-40B4-BE49-F238E27FC236}">
                <a16:creationId xmlns:a16="http://schemas.microsoft.com/office/drawing/2014/main" xmlns="" id="{D12B317C-5335-4C33-B021-5840CC61A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5955" y="3920568"/>
            <a:ext cx="133351" cy="13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6F0DB792-5DDE-4940-9ED7-A2D54A4CDF52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9712721" y="3546279"/>
            <a:ext cx="133351" cy="133351"/>
            <a:chOff x="554563" y="2632644"/>
            <a:chExt cx="131556" cy="131556"/>
          </a:xfrm>
        </p:grpSpPr>
        <p:sp>
          <p:nvSpPr>
            <p:cNvPr id="180" name="Box">
              <a:extLst>
                <a:ext uri="{FF2B5EF4-FFF2-40B4-BE49-F238E27FC236}">
                  <a16:creationId xmlns:a16="http://schemas.microsoft.com/office/drawing/2014/main" xmlns="" id="{4D1CD468-F18E-43BA-93CA-934CC09DE904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1" name="Check">
              <a:extLst>
                <a:ext uri="{FF2B5EF4-FFF2-40B4-BE49-F238E27FC236}">
                  <a16:creationId xmlns:a16="http://schemas.microsoft.com/office/drawing/2014/main" xmlns="" id="{8FB1EF73-B1F7-4143-B2BC-932F8ECDF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FDBA5CB2-6A4B-48E2-BCC6-792ECAEDCD84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9712721" y="3731452"/>
            <a:ext cx="133351" cy="133351"/>
            <a:chOff x="554563" y="2632644"/>
            <a:chExt cx="131556" cy="131556"/>
          </a:xfrm>
        </p:grpSpPr>
        <p:sp>
          <p:nvSpPr>
            <p:cNvPr id="183" name="Box">
              <a:extLst>
                <a:ext uri="{FF2B5EF4-FFF2-40B4-BE49-F238E27FC236}">
                  <a16:creationId xmlns:a16="http://schemas.microsoft.com/office/drawing/2014/main" xmlns="" id="{279F5398-1BFB-4710-9441-64F2AB59AB69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4" name="Check">
              <a:extLst>
                <a:ext uri="{FF2B5EF4-FFF2-40B4-BE49-F238E27FC236}">
                  <a16:creationId xmlns:a16="http://schemas.microsoft.com/office/drawing/2014/main" xmlns="" id="{04B280BA-306D-4FE2-ACC5-3759DDE967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.4&quot; minHeight=&quot;10.4&quot; /&gt;&lt;/SmartSettings&gt;">
            <a:extLst>
              <a:ext uri="{FF2B5EF4-FFF2-40B4-BE49-F238E27FC236}">
                <a16:creationId xmlns:a16="http://schemas.microsoft.com/office/drawing/2014/main" xmlns="" id="{7BE54109-9345-4E23-90A6-5B58655C4977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9712721" y="3910607"/>
            <a:ext cx="133351" cy="133351"/>
            <a:chOff x="554563" y="2632644"/>
            <a:chExt cx="131556" cy="131556"/>
          </a:xfrm>
        </p:grpSpPr>
        <p:sp>
          <p:nvSpPr>
            <p:cNvPr id="186" name="Box">
              <a:extLst>
                <a:ext uri="{FF2B5EF4-FFF2-40B4-BE49-F238E27FC236}">
                  <a16:creationId xmlns:a16="http://schemas.microsoft.com/office/drawing/2014/main" xmlns="" id="{34FA9FC7-2CF5-4A58-A3B5-AA5E1C51DA8D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7" name="Check">
              <a:extLst>
                <a:ext uri="{FF2B5EF4-FFF2-40B4-BE49-F238E27FC236}">
                  <a16:creationId xmlns:a16="http://schemas.microsoft.com/office/drawing/2014/main" xmlns="" id="{885C874B-81EE-4CEB-9B19-40B901A02D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3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공지관리 </a:t>
            </a:r>
            <a:r>
              <a:rPr lang="en-US" altLang="ko-KR" dirty="0"/>
              <a:t>(WF0024)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A31451C8-C440-41E9-B5FF-28275E13147A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8320" y="1501855"/>
            <a:ext cx="6214401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8217A6D7-F0B4-4B01-97B9-048B7A80611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80F49B53-3369-417F-80A5-4737093730C8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74676EA3-A088-41D2-BB4E-CB2CABBDA8F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4D3976BB-4FDC-4B77-A261-BB0EB61E45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4CCC6269-2C3E-4F53-8778-AE8F1A26AAC1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C05EB20E-3BBC-467D-85DA-3EF0BD7F790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35D173D2-BC70-4A91-9B63-226D91908E14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1CA8490E-BE78-4C4F-AD99-32C8CAEA960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3C47DED8-B9CC-49AE-BBF8-47B681B8E97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A4B945F9-A056-4DA4-9D2F-BB95DFC2D27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D15C963-B48E-41AB-8DD3-D0FD2E1A4176}"/>
              </a:ext>
            </a:extLst>
          </p:cNvPr>
          <p:cNvSpPr txBox="1"/>
          <p:nvPr/>
        </p:nvSpPr>
        <p:spPr>
          <a:xfrm>
            <a:off x="231854" y="2156571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공지사항 관리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xmlns="" id="{B48F8AD8-1E5C-4ACA-847B-D5D4500E0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325848"/>
              </p:ext>
            </p:extLst>
          </p:nvPr>
        </p:nvGraphicFramePr>
        <p:xfrm>
          <a:off x="225125" y="2915275"/>
          <a:ext cx="6014927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6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09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92921">
                  <a:extLst>
                    <a:ext uri="{9D8B030D-6E8A-4147-A177-3AD203B41FA5}">
                      <a16:colId xmlns:a16="http://schemas.microsoft.com/office/drawing/2014/main" xmlns="" val="350055798"/>
                    </a:ext>
                  </a:extLst>
                </a:gridCol>
                <a:gridCol w="580517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11694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32375">
                  <a:extLst>
                    <a:ext uri="{9D8B030D-6E8A-4147-A177-3AD203B41FA5}">
                      <a16:colId xmlns:a16="http://schemas.microsoft.com/office/drawing/2014/main" xmlns="" val="3676956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위치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작성일자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 </a:t>
                      </a:r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분석포털 정기점검 안내 </a:t>
                      </a:r>
                      <a:r>
                        <a:rPr lang="en-US" altLang="ko-KR" sz="1000" u="sng" dirty="0" smtClean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(22</a:t>
                      </a:r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 02.27 23:00)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u="none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로그인</a:t>
                      </a:r>
                      <a:endParaRPr lang="en-US" sz="1000" u="none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XXX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20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다운로드 신청 시 주의사항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u="none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대시보드</a:t>
                      </a:r>
                      <a:endParaRPr lang="en-US" sz="1000" u="none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YYY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19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업무 지원 요청 시 주의사항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u="none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대시보드</a:t>
                      </a:r>
                      <a:endParaRPr lang="en-US" sz="1000" u="none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ZZZ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1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70529273-6A91-4A6D-A446-AB3B92DC8A7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19762" y="2590408"/>
            <a:ext cx="1035146" cy="241092"/>
            <a:chOff x="928688" y="1261242"/>
            <a:chExt cx="1035146" cy="241092"/>
          </a:xfrm>
        </p:grpSpPr>
        <p:sp>
          <p:nvSpPr>
            <p:cNvPr id="17" name="Text Box">
              <a:extLst>
                <a:ext uri="{FF2B5EF4-FFF2-40B4-BE49-F238E27FC236}">
                  <a16:creationId xmlns:a16="http://schemas.microsoft.com/office/drawing/2014/main" xmlns="" id="{66ED9CF5-559D-4EB9-B0F7-B066C1912D7C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1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DADBCC56-4CB5-4F51-BB41-D9038E017B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64EE51D-7A44-4B38-8754-73852C38C9B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831012" y="2590408"/>
            <a:ext cx="1035146" cy="241092"/>
            <a:chOff x="928688" y="1261242"/>
            <a:chExt cx="1035146" cy="241092"/>
          </a:xfrm>
        </p:grpSpPr>
        <p:sp>
          <p:nvSpPr>
            <p:cNvPr id="20" name="Text Box">
              <a:extLst>
                <a:ext uri="{FF2B5EF4-FFF2-40B4-BE49-F238E27FC236}">
                  <a16:creationId xmlns:a16="http://schemas.microsoft.com/office/drawing/2014/main" xmlns="" id="{99674CD1-3051-4F9D-8693-21B2F05FFC9C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2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AB8EC981-551B-4EFE-9C71-CF341D382A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B484B0A-677D-4F44-8C07-07F36C05B588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029652" y="2593750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23" name="Text Box">
              <a:extLst>
                <a:ext uri="{FF2B5EF4-FFF2-40B4-BE49-F238E27FC236}">
                  <a16:creationId xmlns:a16="http://schemas.microsoft.com/office/drawing/2014/main" xmlns="" id="{C222408A-161B-4CC0-A331-F89CD4A6E2E2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24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5D140EF5-5432-49F5-9449-A013289817C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Button">
            <a:extLst>
              <a:ext uri="{FF2B5EF4-FFF2-40B4-BE49-F238E27FC236}">
                <a16:creationId xmlns:a16="http://schemas.microsoft.com/office/drawing/2014/main" xmlns="" id="{FAE56D21-C605-420C-A6C9-997B7C9538DA}"/>
              </a:ext>
            </a:extLst>
          </p:cNvPr>
          <p:cNvSpPr>
            <a:spLocks/>
          </p:cNvSpPr>
          <p:nvPr/>
        </p:nvSpPr>
        <p:spPr bwMode="auto">
          <a:xfrm>
            <a:off x="5614521" y="2589505"/>
            <a:ext cx="541184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글쓰기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7C7503B4-D7C3-4D2C-B974-9381FFBC0D2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499244" y="1493292"/>
            <a:ext cx="3620490" cy="4352544"/>
            <a:chOff x="595684" y="1261242"/>
            <a:chExt cx="6668462" cy="4352544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123996B-81D5-49A3-93FB-D5131186CAB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6ED2989-3595-4F1F-ABDE-E47474A0542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F59EBF3-1B80-46BC-B533-081DF146304F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A3F4A2EC-D335-47D3-A8AB-33939544EB51}"/>
              </a:ext>
            </a:extLst>
          </p:cNvPr>
          <p:cNvSpPr txBox="1"/>
          <p:nvPr/>
        </p:nvSpPr>
        <p:spPr>
          <a:xfrm>
            <a:off x="6654840" y="189210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공지사항</a:t>
            </a:r>
          </a:p>
        </p:txBody>
      </p:sp>
      <p:sp>
        <p:nvSpPr>
          <p:cNvPr id="31" name="Pagination">
            <a:extLst>
              <a:ext uri="{FF2B5EF4-FFF2-40B4-BE49-F238E27FC236}">
                <a16:creationId xmlns:a16="http://schemas.microsoft.com/office/drawing/2014/main" xmlns="" id="{77D28296-9E6D-4C6D-80B0-01EB62BB976C}"/>
              </a:ext>
            </a:extLst>
          </p:cNvPr>
          <p:cNvSpPr txBox="1"/>
          <p:nvPr/>
        </p:nvSpPr>
        <p:spPr>
          <a:xfrm>
            <a:off x="2629068" y="420001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2" name="Labeled Field">
            <a:extLst>
              <a:ext uri="{FF2B5EF4-FFF2-40B4-BE49-F238E27FC236}">
                <a16:creationId xmlns:a16="http://schemas.microsoft.com/office/drawing/2014/main" xmlns="" id="{471880D4-469A-45EC-9DFC-3A2536579251}"/>
              </a:ext>
            </a:extLst>
          </p:cNvPr>
          <p:cNvGrpSpPr/>
          <p:nvPr/>
        </p:nvGrpSpPr>
        <p:grpSpPr>
          <a:xfrm>
            <a:off x="6608567" y="2338381"/>
            <a:ext cx="2393069" cy="241121"/>
            <a:chOff x="959626" y="2039771"/>
            <a:chExt cx="2711269" cy="241121"/>
          </a:xfrm>
        </p:grpSpPr>
        <p:sp>
          <p:nvSpPr>
            <p:cNvPr id="33" name="Text Box">
              <a:extLst>
                <a:ext uri="{FF2B5EF4-FFF2-40B4-BE49-F238E27FC236}">
                  <a16:creationId xmlns:a16="http://schemas.microsoft.com/office/drawing/2014/main" xmlns="" id="{5B0D47F9-845B-48EF-AFF0-41D094F7DA4F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Label">
              <a:extLst>
                <a:ext uri="{FF2B5EF4-FFF2-40B4-BE49-F238E27FC236}">
                  <a16:creationId xmlns:a16="http://schemas.microsoft.com/office/drawing/2014/main" xmlns="" id="{1377F64C-A430-4003-93CB-EC644925CAAA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작성자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35" name="Label">
            <a:extLst>
              <a:ext uri="{FF2B5EF4-FFF2-40B4-BE49-F238E27FC236}">
                <a16:creationId xmlns:a16="http://schemas.microsoft.com/office/drawing/2014/main" xmlns="" id="{5D663EF5-9BCD-4409-B8E8-EBB076653ABB}"/>
              </a:ext>
            </a:extLst>
          </p:cNvPr>
          <p:cNvSpPr txBox="1"/>
          <p:nvPr/>
        </p:nvSpPr>
        <p:spPr>
          <a:xfrm>
            <a:off x="6608564" y="2650956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작성일자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3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12B0A8D0-7977-496E-B909-DAE1B4B796C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511976" y="2650985"/>
            <a:ext cx="1261544" cy="241092"/>
            <a:chOff x="928687" y="1261242"/>
            <a:chExt cx="1489659" cy="241092"/>
          </a:xfrm>
        </p:grpSpPr>
        <p:sp>
          <p:nvSpPr>
            <p:cNvPr id="37" name="Text Box">
              <a:extLst>
                <a:ext uri="{FF2B5EF4-FFF2-40B4-BE49-F238E27FC236}">
                  <a16:creationId xmlns:a16="http://schemas.microsoft.com/office/drawing/2014/main" xmlns="" id="{066811B6-D133-4C07-BC0B-887BDF458BF0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38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7765FBF-28B6-48AB-B8C5-D54180652D0A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Textarea">
            <a:extLst>
              <a:ext uri="{FF2B5EF4-FFF2-40B4-BE49-F238E27FC236}">
                <a16:creationId xmlns:a16="http://schemas.microsoft.com/office/drawing/2014/main" xmlns="" id="{907532F3-D5E1-4FEC-88DD-8F62F8BE38E8}"/>
              </a:ext>
            </a:extLst>
          </p:cNvPr>
          <p:cNvGrpSpPr/>
          <p:nvPr/>
        </p:nvGrpSpPr>
        <p:grpSpPr>
          <a:xfrm>
            <a:off x="7502442" y="3312347"/>
            <a:ext cx="2504700" cy="2143711"/>
            <a:chOff x="595686" y="1261242"/>
            <a:chExt cx="2504700" cy="866775"/>
          </a:xfrm>
        </p:grpSpPr>
        <p:sp>
          <p:nvSpPr>
            <p:cNvPr id="40" name="Text">
              <a:extLst>
                <a:ext uri="{FF2B5EF4-FFF2-40B4-BE49-F238E27FC236}">
                  <a16:creationId xmlns:a16="http://schemas.microsoft.com/office/drawing/2014/main" xmlns="" id="{45FF6429-E00D-4D5C-8A69-441F2A5F4C73}"/>
                </a:ext>
              </a:extLst>
            </p:cNvPr>
            <p:cNvSpPr/>
            <p:nvPr/>
          </p:nvSpPr>
          <p:spPr>
            <a:xfrm>
              <a:off x="595686" y="1261242"/>
              <a:ext cx="2504700" cy="866775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41" name="Resize Handle">
              <a:extLst>
                <a:ext uri="{FF2B5EF4-FFF2-40B4-BE49-F238E27FC236}">
                  <a16:creationId xmlns:a16="http://schemas.microsoft.com/office/drawing/2014/main" xmlns="" id="{3B2D7D4C-493A-4907-B879-87615C3A983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99308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Label">
            <a:extLst>
              <a:ext uri="{FF2B5EF4-FFF2-40B4-BE49-F238E27FC236}">
                <a16:creationId xmlns:a16="http://schemas.microsoft.com/office/drawing/2014/main" xmlns="" id="{21567606-7CCA-4B64-A589-AE5A697A299F}"/>
              </a:ext>
            </a:extLst>
          </p:cNvPr>
          <p:cNvSpPr txBox="1"/>
          <p:nvPr/>
        </p:nvSpPr>
        <p:spPr>
          <a:xfrm>
            <a:off x="6608564" y="326934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공지 내용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43" name="Button">
            <a:extLst>
              <a:ext uri="{FF2B5EF4-FFF2-40B4-BE49-F238E27FC236}">
                <a16:creationId xmlns:a16="http://schemas.microsoft.com/office/drawing/2014/main" xmlns="" id="{E4E17C04-3356-458D-A008-2836E35683C8}"/>
              </a:ext>
            </a:extLst>
          </p:cNvPr>
          <p:cNvSpPr>
            <a:spLocks/>
          </p:cNvSpPr>
          <p:nvPr/>
        </p:nvSpPr>
        <p:spPr bwMode="auto">
          <a:xfrm>
            <a:off x="7769825" y="552995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1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7639CC32-DDEB-49D1-829D-20C3CF01129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513303" y="2986111"/>
            <a:ext cx="1368150" cy="241092"/>
            <a:chOff x="595686" y="1261242"/>
            <a:chExt cx="1368150" cy="241092"/>
          </a:xfrm>
          <a:solidFill>
            <a:srgbClr val="FFFFFF"/>
          </a:solidFill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36EBA147-2BBB-498D-8727-A868E34F6E4E}"/>
                </a:ext>
              </a:extLst>
            </p:cNvPr>
            <p:cNvSpPr/>
            <p:nvPr/>
          </p:nvSpPr>
          <p:spPr>
            <a:xfrm>
              <a:off x="595686" y="1261242"/>
              <a:ext cx="1368150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로그인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Arrow Dow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309520AA-4A8C-4540-BBC4-601E38F352F5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184883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4" name="Label">
            <a:extLst>
              <a:ext uri="{FF2B5EF4-FFF2-40B4-BE49-F238E27FC236}">
                <a16:creationId xmlns:a16="http://schemas.microsoft.com/office/drawing/2014/main" xmlns="" id="{54AB9A32-AE62-41A5-BB06-A8A1CEA7370F}"/>
              </a:ext>
            </a:extLst>
          </p:cNvPr>
          <p:cNvSpPr txBox="1"/>
          <p:nvPr/>
        </p:nvSpPr>
        <p:spPr>
          <a:xfrm>
            <a:off x="6608564" y="2986111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공지사항 위치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55" name="Button">
            <a:extLst>
              <a:ext uri="{FF2B5EF4-FFF2-40B4-BE49-F238E27FC236}">
                <a16:creationId xmlns:a16="http://schemas.microsoft.com/office/drawing/2014/main" xmlns="" id="{30DC6826-DF43-46C5-B751-32186B858C3E}"/>
              </a:ext>
            </a:extLst>
          </p:cNvPr>
          <p:cNvSpPr>
            <a:spLocks/>
          </p:cNvSpPr>
          <p:nvPr/>
        </p:nvSpPr>
        <p:spPr bwMode="auto">
          <a:xfrm>
            <a:off x="8766452" y="552995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Button">
            <a:extLst>
              <a:ext uri="{FF2B5EF4-FFF2-40B4-BE49-F238E27FC236}">
                <a16:creationId xmlns:a16="http://schemas.microsoft.com/office/drawing/2014/main" xmlns="" id="{47FB9921-DF52-4DD3-89AB-6E1832B4A084}"/>
              </a:ext>
            </a:extLst>
          </p:cNvPr>
          <p:cNvSpPr>
            <a:spLocks/>
          </p:cNvSpPr>
          <p:nvPr/>
        </p:nvSpPr>
        <p:spPr bwMode="auto">
          <a:xfrm>
            <a:off x="5749307" y="327012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Button">
            <a:extLst>
              <a:ext uri="{FF2B5EF4-FFF2-40B4-BE49-F238E27FC236}">
                <a16:creationId xmlns:a16="http://schemas.microsoft.com/office/drawing/2014/main" xmlns="" id="{8AC427CA-9B1D-4B1E-B630-2F747ABC3A08}"/>
              </a:ext>
            </a:extLst>
          </p:cNvPr>
          <p:cNvSpPr>
            <a:spLocks/>
          </p:cNvSpPr>
          <p:nvPr/>
        </p:nvSpPr>
        <p:spPr bwMode="auto">
          <a:xfrm>
            <a:off x="5749307" y="359589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Button">
            <a:extLst>
              <a:ext uri="{FF2B5EF4-FFF2-40B4-BE49-F238E27FC236}">
                <a16:creationId xmlns:a16="http://schemas.microsoft.com/office/drawing/2014/main" xmlns="" id="{702C684B-2C0B-4FB6-8769-5CA88C61A584}"/>
              </a:ext>
            </a:extLst>
          </p:cNvPr>
          <p:cNvSpPr>
            <a:spLocks/>
          </p:cNvSpPr>
          <p:nvPr/>
        </p:nvSpPr>
        <p:spPr bwMode="auto">
          <a:xfrm>
            <a:off x="5749306" y="390050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직사각형 59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835254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글쓰기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저장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0380167" y="4021502"/>
            <a:ext cx="161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공지사항 관리 페이지 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공지사항 등록 및 수정 하여 관리 가능한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5538891" y="2519628"/>
            <a:ext cx="691210" cy="3724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5513847" y="222505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5668440" y="3142194"/>
            <a:ext cx="571612" cy="1064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6141588" y="305841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709269" y="5499062"/>
            <a:ext cx="600220" cy="3294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464997" y="547651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28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업무지원관리 </a:t>
            </a:r>
            <a:r>
              <a:rPr lang="en-US" altLang="ko-KR" dirty="0"/>
              <a:t>(WF0025)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B2020433-4D43-4393-A513-D26D958DA9D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3226" y="1491447"/>
            <a:ext cx="6388874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275C0A0F-67C0-477E-9E6A-ACD7E79BDB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8F7564F5-4CBF-49DC-B349-09BBF1D7B155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BE82704A-43B5-40DD-A673-A1B2B4589C7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DE3FDE03-46C5-4CA0-8AB6-B286038660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912D32B-FDBD-4334-AFCA-A3A452823CBE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F8468054-DE0F-43C7-B60E-542AE2BE5AE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80F15C96-22F5-4896-A308-2982FBE33E80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DD9AA57B-6EEC-4653-B71F-318D23FE7C9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43C511EF-3F03-4664-9F9A-22EA065CC06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5217F741-FEEB-44AD-B38D-6CA93B653CF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BA2A855-FC67-4506-923B-7DFCA244D7E1}"/>
              </a:ext>
            </a:extLst>
          </p:cNvPr>
          <p:cNvSpPr txBox="1"/>
          <p:nvPr/>
        </p:nvSpPr>
        <p:spPr>
          <a:xfrm>
            <a:off x="240092" y="2164808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업무지원 요청 처리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xmlns="" id="{C95704FE-FC9E-41C7-B826-8C6E47C00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80960"/>
              </p:ext>
            </p:extLst>
          </p:nvPr>
        </p:nvGraphicFramePr>
        <p:xfrm>
          <a:off x="233363" y="2923512"/>
          <a:ext cx="6225102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769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8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8011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16475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3784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유형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요청일자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진행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국내 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VIP 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고객 지역별 분류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통합고객 기반 상품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Top5 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추천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분석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26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통합고객 국가별 분류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데이터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23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1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C0CFA2FF-9107-44BD-8431-F94EE686FA92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09269" y="2609603"/>
            <a:ext cx="1035146" cy="218010"/>
            <a:chOff x="928688" y="1261242"/>
            <a:chExt cx="1035146" cy="241092"/>
          </a:xfrm>
        </p:grpSpPr>
        <p:sp>
          <p:nvSpPr>
            <p:cNvPr id="17" name="Text Box">
              <a:extLst>
                <a:ext uri="{FF2B5EF4-FFF2-40B4-BE49-F238E27FC236}">
                  <a16:creationId xmlns:a16="http://schemas.microsoft.com/office/drawing/2014/main" xmlns="" id="{DFC5CCD4-FB6E-40FD-B843-77D37CFC1105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18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195756C2-4EF3-473F-B3BC-5283858A5EFE}"/>
                </a:ext>
              </a:extLst>
            </p:cNvPr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766436" y="1298047"/>
              <a:ext cx="151264" cy="167484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7CF15333-751C-4C76-97DE-5389874A7BD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620519" y="2609603"/>
            <a:ext cx="1035146" cy="218010"/>
            <a:chOff x="928688" y="1261242"/>
            <a:chExt cx="1035146" cy="241092"/>
          </a:xfrm>
        </p:grpSpPr>
        <p:sp>
          <p:nvSpPr>
            <p:cNvPr id="20" name="Text Box">
              <a:extLst>
                <a:ext uri="{FF2B5EF4-FFF2-40B4-BE49-F238E27FC236}">
                  <a16:creationId xmlns:a16="http://schemas.microsoft.com/office/drawing/2014/main" xmlns="" id="{FA67EBA6-E097-4E77-AED3-438921CF37B3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21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007CEB09-6D78-43D1-ABA0-6BEB51FFBB89}"/>
                </a:ext>
              </a:extLst>
            </p:cNvPr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766436" y="1298047"/>
              <a:ext cx="151264" cy="167484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1655496B-46D1-43EB-BD0E-FD9EE0E325B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819159" y="2612945"/>
            <a:ext cx="1443224" cy="218010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23" name="Text Box">
              <a:extLst>
                <a:ext uri="{FF2B5EF4-FFF2-40B4-BE49-F238E27FC236}">
                  <a16:creationId xmlns:a16="http://schemas.microsoft.com/office/drawing/2014/main" xmlns="" id="{A21D4354-CC43-47B3-BDEF-BCEC542113DB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24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6C62D065-7145-4A1A-90BE-2C98F7044DB2}"/>
                </a:ext>
              </a:extLst>
            </p:cNvPr>
            <p:cNvSpPr>
              <a:spLocks noChangeAspect="1"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667906" y="1307464"/>
              <a:ext cx="135690" cy="148649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xmlns="" id="{3A2FC505-0EF0-4191-8617-6E5B8BC7F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10479"/>
              </p:ext>
            </p:extLst>
          </p:nvPr>
        </p:nvGraphicFramePr>
        <p:xfrm>
          <a:off x="308671" y="4795145"/>
          <a:ext cx="6125080" cy="6339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4629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35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7342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53297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파일명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업로드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다운로드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2021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년 통합고객 국가별 분류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.csv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20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2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34AC6343-1715-4AC0-944D-6D023DA28B8F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65384" y="4872898"/>
            <a:ext cx="131556" cy="131556"/>
            <a:chOff x="554563" y="2632644"/>
            <a:chExt cx="131556" cy="131556"/>
          </a:xfrm>
        </p:grpSpPr>
        <p:sp>
          <p:nvSpPr>
            <p:cNvPr id="27" name="Box">
              <a:extLst>
                <a:ext uri="{FF2B5EF4-FFF2-40B4-BE49-F238E27FC236}">
                  <a16:creationId xmlns:a16="http://schemas.microsoft.com/office/drawing/2014/main" xmlns="" id="{89C9A439-AEB6-42F6-97A1-29060DDB63A3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Check" hidden="1">
              <a:extLst>
                <a:ext uri="{FF2B5EF4-FFF2-40B4-BE49-F238E27FC236}">
                  <a16:creationId xmlns:a16="http://schemas.microsoft.com/office/drawing/2014/main" xmlns="" id="{5BEE9215-10AD-4995-BD68-841E31ECF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99aGpjVXmFohJAvnIRhX2IHZj3aIZ6BTvEQ6361moHc7Zz6Bvjhxl9f64SDimoc/9mAMJ4hAfVk13D+IB+bhwjwRfaWhr6uDe1JkaRFQ7zatFVNULNzMl1Em+qKhn93XsxABSZVsxl2OGqdxK2e73BCvYy/aKo3dfG6pakYL/D7Oh+SbjwdQbvh4/NimZXl+3PHF1lN4yzHrwhzMlEn1eJLlrvOfA4hGsEm8tE0a0lzbp2+m+asxNP83e3NCITjeXVxAfVV11W99dGzrChp0toqXQtjW6nnKRt/NEIHt9Jd3q/uj7vEMY+b9YKszvVR+LFxLsiAiTgplZRZxh0gd/tQjO4Th6cjaI/Ss6dFs6qabFJ6UtqhjAFhvA7nz8RaMWiRGvk14v1we/GAOmLtqy37a9ThwRPTkfOiGQuS9G9UWOElPKurhetry/XVnceewRmYLfPV53nbpFfznGZLp0xInU3bNSQmneRlRdJO3JQJlcj3e+dNpO0jMpl4lG7iMHa9pRvJc5G36S82RtObJLVBhzfa29sMvzonRu2QwQ4VilBdhg8bdT67zWhvLfdKkx5J01/4C+Mv4HEUHP9k0RQkRelnn/VjuSF9fLPOwNO8xyjgWNzGh8azQU3HxpVeZuU6T3+P4bfw3Hrs6aNvANCzjtvnPzfbih5zK5exnyiKMd+6WeWckCmrtz5UcbjYpWGBuTKqnzQVf3BRkEuaunRA3wbYXoaEyPeDI1owqnzfZ/z978CPDhaEI+LqmkdEMArnfVzfsM/xm+vVZqnkYaMVOOrzulqvSOY9ClBDypsAxC6+YO8ZX37VFiVSLe0LSjr4JgRNJUwkfffR+0sf46Am+gK/n1FWBn6wh9Pn9vMNPh0o4QGIBxr+c4ObPBgPmOeG9/HAldkC+xY0oN1D+vH4M2+UQmz6+JNPNuBpnlv0h0dsHFMv9Tv7XvH9DdTzHzY802ypfqvxbAaC1thzI+3Mc8sx4bGc/p5M/qzOc+REbkFh87wHVnhsgKuUEs6zcjWGyDgxGZKRoec9kcETOKSMwy3nzX/6DNDNO9zmGQipYs8tm96y2cagrfu8B415skPSvOeEDoeFDOyWBL4FGW5ocsPXtyLgLQg3OFynmm4a8wZMbx/JD8fOJ19+8c2Hz4VLz/7inV9CfzZttqRUPbs43dCWo+oRAgpora07rDLiTgaeuBOG5wMjmlc5xzLwwB43OQUydX7+2UfWw2ZkP7p7ZEfzdf0xHUDYIkLkjmYdtukDEzTIew7oxiSw0XyRFACejTkP/fFL/h/lZs938xoAAA==&lt;/Code&gt;&lt;CodeSignature&gt;d3kCEg6CNVFi2DvMhF9orNSR8JigTVVnr1qA2qGxMwPGndM9hx5SlO3leKxzALstVHwTTJXX2kvwsxUB1cG0Qf4/Kk7Y93Iss4hkBE2rfol7iCQWS+vXaXYLtrJhhcemPIz0Bza94C3z/zAImSF8yPngEcj5H3c6fcqj4bWdCATNk6iT0WDJhky0sBjiyFo36TcPmNUN86tBx3FRsMeeuTXe/nHKkuGDI6ELGSA2v97RHo3LlQ0EWbYoO8JODgX3HFYwd7t6G/Qfv9jY/ZbP6J8IaSXGbRDUtXTW4m2i3nhgNC2znqNKGFqQHhbJmMxKGKCWLKRTI3/u5FOvu6Cng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5114852F-37CB-4BDB-94F7-E1BA6678D47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465384" y="5214818"/>
            <a:ext cx="131556" cy="131556"/>
            <a:chOff x="554563" y="2632644"/>
            <a:chExt cx="131556" cy="131556"/>
          </a:xfrm>
        </p:grpSpPr>
        <p:sp>
          <p:nvSpPr>
            <p:cNvPr id="30" name="Box">
              <a:extLst>
                <a:ext uri="{FF2B5EF4-FFF2-40B4-BE49-F238E27FC236}">
                  <a16:creationId xmlns:a16="http://schemas.microsoft.com/office/drawing/2014/main" xmlns="" id="{2381FEFF-6FEE-4281-A084-DD17F12CB2CD}"/>
                </a:ext>
              </a:extLst>
            </p:cNvPr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Check">
              <a:extLst>
                <a:ext uri="{FF2B5EF4-FFF2-40B4-BE49-F238E27FC236}">
                  <a16:creationId xmlns:a16="http://schemas.microsoft.com/office/drawing/2014/main" xmlns="" id="{1C392166-9DA9-4B95-9925-89B65B797E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2" name="Button">
            <a:extLst>
              <a:ext uri="{FF2B5EF4-FFF2-40B4-BE49-F238E27FC236}">
                <a16:creationId xmlns:a16="http://schemas.microsoft.com/office/drawing/2014/main" xmlns="" id="{08A1E467-42E4-46C2-B65F-322322C03716}"/>
              </a:ext>
            </a:extLst>
          </p:cNvPr>
          <p:cNvSpPr>
            <a:spLocks/>
          </p:cNvSpPr>
          <p:nvPr/>
        </p:nvSpPr>
        <p:spPr bwMode="auto">
          <a:xfrm>
            <a:off x="5590958" y="5159598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Button">
            <a:extLst>
              <a:ext uri="{FF2B5EF4-FFF2-40B4-BE49-F238E27FC236}">
                <a16:creationId xmlns:a16="http://schemas.microsoft.com/office/drawing/2014/main" xmlns="" id="{A4D9FB1C-0811-4FFB-86F6-E5EDA51D1AAB}"/>
              </a:ext>
            </a:extLst>
          </p:cNvPr>
          <p:cNvSpPr>
            <a:spLocks/>
          </p:cNvSpPr>
          <p:nvPr/>
        </p:nvSpPr>
        <p:spPr bwMode="auto">
          <a:xfrm>
            <a:off x="4951408" y="5505489"/>
            <a:ext cx="1402948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선택파일 일괄 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Pagination">
            <a:extLst>
              <a:ext uri="{FF2B5EF4-FFF2-40B4-BE49-F238E27FC236}">
                <a16:creationId xmlns:a16="http://schemas.microsoft.com/office/drawing/2014/main" xmlns="" id="{6BFDE94A-BDD5-444A-AAC0-66F51E20984F}"/>
              </a:ext>
            </a:extLst>
          </p:cNvPr>
          <p:cNvSpPr txBox="1"/>
          <p:nvPr/>
        </p:nvSpPr>
        <p:spPr>
          <a:xfrm>
            <a:off x="2637306" y="5556524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E948D00-C0D8-4805-9752-102D562690A0}"/>
              </a:ext>
            </a:extLst>
          </p:cNvPr>
          <p:cNvSpPr txBox="1"/>
          <p:nvPr/>
        </p:nvSpPr>
        <p:spPr>
          <a:xfrm>
            <a:off x="240092" y="45068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처리완료</a:t>
            </a:r>
            <a:endParaRPr lang="ko-KR" altLang="en-US" sz="14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05A5F8E-6A45-466B-BECB-AFD5DDA3A705}"/>
              </a:ext>
            </a:extLst>
          </p:cNvPr>
          <p:cNvSpPr txBox="1"/>
          <p:nvPr/>
        </p:nvSpPr>
        <p:spPr>
          <a:xfrm>
            <a:off x="1179261" y="4537623"/>
            <a:ext cx="3829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처리완료 후 제공되는 데이터는 </a:t>
            </a:r>
            <a:r>
              <a:rPr lang="en-US" altLang="ko-KR" sz="1000" dirty="0"/>
              <a:t>10</a:t>
            </a:r>
            <a:r>
              <a:rPr lang="ko-KR" altLang="en-US" sz="1000" dirty="0"/>
              <a:t>일간만 다운로드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7" name="Button">
            <a:extLst>
              <a:ext uri="{FF2B5EF4-FFF2-40B4-BE49-F238E27FC236}">
                <a16:creationId xmlns:a16="http://schemas.microsoft.com/office/drawing/2014/main" xmlns="" id="{A3E9D2F9-74C5-4509-9087-2586F30A83D5}"/>
              </a:ext>
            </a:extLst>
          </p:cNvPr>
          <p:cNvSpPr>
            <a:spLocks/>
          </p:cNvSpPr>
          <p:nvPr/>
        </p:nvSpPr>
        <p:spPr bwMode="auto">
          <a:xfrm>
            <a:off x="5448420" y="2604858"/>
            <a:ext cx="885646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신청이력보기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34D8A389-D37B-4833-B1EB-7C85D08A5F2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528226" y="1491447"/>
            <a:ext cx="3620490" cy="4352544"/>
            <a:chOff x="595684" y="1261242"/>
            <a:chExt cx="6668462" cy="4352544"/>
          </a:xfrm>
        </p:grpSpPr>
        <p:sp>
          <p:nvSpPr>
            <p:cNvPr id="3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08AB1C24-0081-4DFB-BA16-D5985167AF3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4F03F37-6040-4619-993A-4733F69E28F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4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827361B-E88B-4E22-8348-22C86D9BC135}"/>
                </a:ext>
              </a:extLst>
            </p:cNvPr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B0161AF6-A400-4128-8793-4BF31DC340EC}"/>
              </a:ext>
            </a:extLst>
          </p:cNvPr>
          <p:cNvSpPr txBox="1"/>
          <p:nvPr/>
        </p:nvSpPr>
        <p:spPr>
          <a:xfrm>
            <a:off x="6683822" y="1890257"/>
            <a:ext cx="1970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업무지원 신청 </a:t>
            </a:r>
            <a:r>
              <a:rPr lang="ko-KR" altLang="en-US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처리</a:t>
            </a:r>
            <a:endParaRPr lang="ko-KR" altLang="en-US" sz="16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Pagination">
            <a:extLst>
              <a:ext uri="{FF2B5EF4-FFF2-40B4-BE49-F238E27FC236}">
                <a16:creationId xmlns:a16="http://schemas.microsoft.com/office/drawing/2014/main" xmlns="" id="{81B4FB2B-CCDA-4198-A18A-E84A3F434EAB}"/>
              </a:ext>
            </a:extLst>
          </p:cNvPr>
          <p:cNvSpPr txBox="1"/>
          <p:nvPr/>
        </p:nvSpPr>
        <p:spPr>
          <a:xfrm>
            <a:off x="2637306" y="420825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44" name="Labeled Field">
            <a:extLst>
              <a:ext uri="{FF2B5EF4-FFF2-40B4-BE49-F238E27FC236}">
                <a16:creationId xmlns:a16="http://schemas.microsoft.com/office/drawing/2014/main" xmlns="" id="{DAA48E7C-D3BD-46FB-AD64-82A7EDAD48A6}"/>
              </a:ext>
            </a:extLst>
          </p:cNvPr>
          <p:cNvGrpSpPr/>
          <p:nvPr/>
        </p:nvGrpSpPr>
        <p:grpSpPr>
          <a:xfrm>
            <a:off x="6637549" y="2336536"/>
            <a:ext cx="2393069" cy="241121"/>
            <a:chOff x="959626" y="2039771"/>
            <a:chExt cx="2711269" cy="241121"/>
          </a:xfrm>
        </p:grpSpPr>
        <p:sp>
          <p:nvSpPr>
            <p:cNvPr id="45" name="Text Box">
              <a:extLst>
                <a:ext uri="{FF2B5EF4-FFF2-40B4-BE49-F238E27FC236}">
                  <a16:creationId xmlns:a16="http://schemas.microsoft.com/office/drawing/2014/main" xmlns="" id="{EFD612E6-855A-4BAC-9349-0E4C44C6B890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Label">
              <a:extLst>
                <a:ext uri="{FF2B5EF4-FFF2-40B4-BE49-F238E27FC236}">
                  <a16:creationId xmlns:a16="http://schemas.microsoft.com/office/drawing/2014/main" xmlns="" id="{72D0207A-B297-4FFF-9D52-12B22BD9A8F4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grpSp>
        <p:nvGrpSpPr>
          <p:cNvPr id="47" name="Labeled Field">
            <a:extLst>
              <a:ext uri="{FF2B5EF4-FFF2-40B4-BE49-F238E27FC236}">
                <a16:creationId xmlns:a16="http://schemas.microsoft.com/office/drawing/2014/main" xmlns="" id="{809154AF-8744-4507-BDEF-50C69671BC92}"/>
              </a:ext>
            </a:extLst>
          </p:cNvPr>
          <p:cNvGrpSpPr/>
          <p:nvPr/>
        </p:nvGrpSpPr>
        <p:grpSpPr>
          <a:xfrm>
            <a:off x="6637547" y="2607053"/>
            <a:ext cx="2393071" cy="258922"/>
            <a:chOff x="959624" y="2039800"/>
            <a:chExt cx="2711271" cy="258922"/>
          </a:xfrm>
        </p:grpSpPr>
        <p:sp>
          <p:nvSpPr>
            <p:cNvPr id="48" name="Text Box">
              <a:extLst>
                <a:ext uri="{FF2B5EF4-FFF2-40B4-BE49-F238E27FC236}">
                  <a16:creationId xmlns:a16="http://schemas.microsoft.com/office/drawing/2014/main" xmlns="" id="{F288BE8C-C98C-47FF-8A68-1731CF6E57E4}"/>
                </a:ext>
              </a:extLst>
            </p:cNvPr>
            <p:cNvSpPr/>
            <p:nvPr/>
          </p:nvSpPr>
          <p:spPr>
            <a:xfrm>
              <a:off x="1983159" y="2057630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Label">
              <a:extLst>
                <a:ext uri="{FF2B5EF4-FFF2-40B4-BE49-F238E27FC236}">
                  <a16:creationId xmlns:a16="http://schemas.microsoft.com/office/drawing/2014/main" xmlns="" id="{524CF908-D4E4-4B7D-B59A-E918C61653B8}"/>
                </a:ext>
              </a:extLst>
            </p:cNvPr>
            <p:cNvSpPr txBox="1"/>
            <p:nvPr/>
          </p:nvSpPr>
          <p:spPr>
            <a:xfrm>
              <a:off x="959624" y="2039800"/>
              <a:ext cx="9037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신청부서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50" name="Label">
            <a:extLst>
              <a:ext uri="{FF2B5EF4-FFF2-40B4-BE49-F238E27FC236}">
                <a16:creationId xmlns:a16="http://schemas.microsoft.com/office/drawing/2014/main" xmlns="" id="{324ED64B-D862-4E3C-93B2-939728B07BAF}"/>
              </a:ext>
            </a:extLst>
          </p:cNvPr>
          <p:cNvSpPr txBox="1"/>
          <p:nvPr/>
        </p:nvSpPr>
        <p:spPr>
          <a:xfrm>
            <a:off x="6637546" y="2926077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신청일자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51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67AB7F86-6FA8-475E-9B37-11F75C21D47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540958" y="2926106"/>
            <a:ext cx="1261544" cy="241092"/>
            <a:chOff x="928687" y="1261242"/>
            <a:chExt cx="1489659" cy="241092"/>
          </a:xfrm>
        </p:grpSpPr>
        <p:sp>
          <p:nvSpPr>
            <p:cNvPr id="52" name="Text Box">
              <a:extLst>
                <a:ext uri="{FF2B5EF4-FFF2-40B4-BE49-F238E27FC236}">
                  <a16:creationId xmlns:a16="http://schemas.microsoft.com/office/drawing/2014/main" xmlns="" id="{ADD20F85-C1E1-4397-B5AF-B7E5CAF3FB19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3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E3915CE2-2114-4EAA-A46D-D89A07C338C2}"/>
                </a:ext>
              </a:extLst>
            </p:cNvPr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4" name="Label">
            <a:extLst>
              <a:ext uri="{FF2B5EF4-FFF2-40B4-BE49-F238E27FC236}">
                <a16:creationId xmlns:a16="http://schemas.microsoft.com/office/drawing/2014/main" xmlns="" id="{8F19D035-2078-4D0C-9455-EAD74B942A6A}"/>
              </a:ext>
            </a:extLst>
          </p:cNvPr>
          <p:cNvSpPr txBox="1"/>
          <p:nvPr/>
        </p:nvSpPr>
        <p:spPr>
          <a:xfrm>
            <a:off x="6637546" y="3196231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요청항목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55" name="Label">
            <a:extLst>
              <a:ext uri="{FF2B5EF4-FFF2-40B4-BE49-F238E27FC236}">
                <a16:creationId xmlns:a16="http://schemas.microsoft.com/office/drawing/2014/main" xmlns="" id="{D9178277-417C-4D71-BA89-D564DC6B393E}"/>
              </a:ext>
            </a:extLst>
          </p:cNvPr>
          <p:cNvSpPr txBox="1"/>
          <p:nvPr/>
        </p:nvSpPr>
        <p:spPr>
          <a:xfrm>
            <a:off x="6637546" y="3592437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완료희망일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5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01DB082D-FDD1-41CD-96D1-379E17DC01BD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7540958" y="3578416"/>
            <a:ext cx="1261544" cy="241092"/>
            <a:chOff x="928687" y="1261242"/>
            <a:chExt cx="1489659" cy="241092"/>
          </a:xfrm>
        </p:grpSpPr>
        <p:sp>
          <p:nvSpPr>
            <p:cNvPr id="57" name="Text Box">
              <a:extLst>
                <a:ext uri="{FF2B5EF4-FFF2-40B4-BE49-F238E27FC236}">
                  <a16:creationId xmlns:a16="http://schemas.microsoft.com/office/drawing/2014/main" xmlns="" id="{4E73476D-6226-47FC-9C3C-03074210D259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58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6D80501-852F-4F4E-B872-7A4A2B32BB27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9" name="Select">
            <a:extLst>
              <a:ext uri="{FF2B5EF4-FFF2-40B4-BE49-F238E27FC236}">
                <a16:creationId xmlns:a16="http://schemas.microsoft.com/office/drawing/2014/main" xmlns="" id="{A6DE08D7-6BE4-44C1-BAE1-02373B6B3586}"/>
              </a:ext>
            </a:extLst>
          </p:cNvPr>
          <p:cNvGrpSpPr/>
          <p:nvPr/>
        </p:nvGrpSpPr>
        <p:grpSpPr>
          <a:xfrm>
            <a:off x="7540958" y="3221658"/>
            <a:ext cx="2120568" cy="996296"/>
            <a:chOff x="595686" y="1261242"/>
            <a:chExt cx="2504700" cy="996296"/>
          </a:xfrm>
        </p:grpSpPr>
        <p:sp>
          <p:nvSpPr>
            <p:cNvPr id="60" name="Input">
              <a:extLst>
                <a:ext uri="{FF2B5EF4-FFF2-40B4-BE49-F238E27FC236}">
                  <a16:creationId xmlns:a16="http://schemas.microsoft.com/office/drawing/2014/main" xmlns="" id="{AC5A0B95-FC6A-4C1E-A192-48D7E8B6F972}"/>
                </a:ext>
              </a:extLst>
            </p:cNvPr>
            <p:cNvSpPr/>
            <p:nvPr/>
          </p:nvSpPr>
          <p:spPr>
            <a:xfrm>
              <a:off x="595686" y="126124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데이터 전처리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Arrow Down">
              <a:extLst>
                <a:ext uri="{FF2B5EF4-FFF2-40B4-BE49-F238E27FC236}">
                  <a16:creationId xmlns:a16="http://schemas.microsoft.com/office/drawing/2014/main" xmlns="" id="{5CB710D7-4B8D-44D7-815E-D7A5C1DCA924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Input">
              <a:extLst>
                <a:ext uri="{FF2B5EF4-FFF2-40B4-BE49-F238E27FC236}">
                  <a16:creationId xmlns:a16="http://schemas.microsoft.com/office/drawing/2014/main" xmlns="" id="{AC5A0B95-FC6A-4C1E-A192-48D7E8B6F972}"/>
                </a:ext>
              </a:extLst>
            </p:cNvPr>
            <p:cNvSpPr/>
            <p:nvPr/>
          </p:nvSpPr>
          <p:spPr>
            <a:xfrm>
              <a:off x="595686" y="1949812"/>
              <a:ext cx="2504700" cy="307726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EP-ID : </a:t>
              </a:r>
              <a:r>
                <a:rPr lang="ko-KR" altLang="en-US" sz="105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담당자명</a:t>
              </a:r>
              <a:endParaRPr lang="en-US" sz="105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Arrow Down">
              <a:extLst>
                <a:ext uri="{FF2B5EF4-FFF2-40B4-BE49-F238E27FC236}">
                  <a16:creationId xmlns:a16="http://schemas.microsoft.com/office/drawing/2014/main" xmlns="" id="{5CB710D7-4B8D-44D7-815E-D7A5C1DCA924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31163" y="2093115"/>
              <a:ext cx="64007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2" name="Textarea">
            <a:extLst>
              <a:ext uri="{FF2B5EF4-FFF2-40B4-BE49-F238E27FC236}">
                <a16:creationId xmlns:a16="http://schemas.microsoft.com/office/drawing/2014/main" xmlns="" id="{BD4C1F1D-CABB-45FA-B63C-E96CA62C4A4D}"/>
              </a:ext>
            </a:extLst>
          </p:cNvPr>
          <p:cNvGrpSpPr/>
          <p:nvPr/>
        </p:nvGrpSpPr>
        <p:grpSpPr>
          <a:xfrm>
            <a:off x="7522369" y="4377684"/>
            <a:ext cx="2351121" cy="355513"/>
            <a:chOff x="595686" y="1379389"/>
            <a:chExt cx="2504700" cy="866775"/>
          </a:xfrm>
        </p:grpSpPr>
        <p:sp>
          <p:nvSpPr>
            <p:cNvPr id="63" name="Text">
              <a:extLst>
                <a:ext uri="{FF2B5EF4-FFF2-40B4-BE49-F238E27FC236}">
                  <a16:creationId xmlns:a16="http://schemas.microsoft.com/office/drawing/2014/main" xmlns="" id="{7CA67A61-C0A4-4BDC-8098-699EA8241ED8}"/>
                </a:ext>
              </a:extLst>
            </p:cNvPr>
            <p:cNvSpPr/>
            <p:nvPr/>
          </p:nvSpPr>
          <p:spPr>
            <a:xfrm>
              <a:off x="595686" y="1379389"/>
              <a:ext cx="2504700" cy="866775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64" name="Resize Handle">
              <a:extLst>
                <a:ext uri="{FF2B5EF4-FFF2-40B4-BE49-F238E27FC236}">
                  <a16:creationId xmlns:a16="http://schemas.microsoft.com/office/drawing/2014/main" xmlns="" id="{075901C0-199C-42C8-8FAD-5363AA0837E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874576" y="1915675"/>
              <a:ext cx="201998" cy="188533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5" name="Label">
            <a:extLst>
              <a:ext uri="{FF2B5EF4-FFF2-40B4-BE49-F238E27FC236}">
                <a16:creationId xmlns:a16="http://schemas.microsoft.com/office/drawing/2014/main" xmlns="" id="{0912E6D7-63C6-464B-ACBC-0CA812482162}"/>
              </a:ext>
            </a:extLst>
          </p:cNvPr>
          <p:cNvSpPr txBox="1"/>
          <p:nvPr/>
        </p:nvSpPr>
        <p:spPr>
          <a:xfrm>
            <a:off x="6629567" y="4407873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상세 내용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66" name="Button">
            <a:extLst>
              <a:ext uri="{FF2B5EF4-FFF2-40B4-BE49-F238E27FC236}">
                <a16:creationId xmlns:a16="http://schemas.microsoft.com/office/drawing/2014/main" xmlns="" id="{1D072882-E613-47DA-B46C-0B13D3182E62}"/>
              </a:ext>
            </a:extLst>
          </p:cNvPr>
          <p:cNvSpPr>
            <a:spLocks/>
          </p:cNvSpPr>
          <p:nvPr/>
        </p:nvSpPr>
        <p:spPr bwMode="auto">
          <a:xfrm>
            <a:off x="7735944" y="5528105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승인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Button">
            <a:extLst>
              <a:ext uri="{FF2B5EF4-FFF2-40B4-BE49-F238E27FC236}">
                <a16:creationId xmlns:a16="http://schemas.microsoft.com/office/drawing/2014/main" xmlns="" id="{8F10ACCC-8FF3-4976-ABAE-8EE0D4489BF2}"/>
              </a:ext>
            </a:extLst>
          </p:cNvPr>
          <p:cNvSpPr>
            <a:spLocks/>
          </p:cNvSpPr>
          <p:nvPr/>
        </p:nvSpPr>
        <p:spPr bwMode="auto">
          <a:xfrm>
            <a:off x="8416851" y="5528105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반려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Button">
            <a:extLst>
              <a:ext uri="{FF2B5EF4-FFF2-40B4-BE49-F238E27FC236}">
                <a16:creationId xmlns:a16="http://schemas.microsoft.com/office/drawing/2014/main" xmlns="" id="{D56AF792-EB63-4D62-80CB-28408EF61ABF}"/>
              </a:ext>
            </a:extLst>
          </p:cNvPr>
          <p:cNvSpPr>
            <a:spLocks/>
          </p:cNvSpPr>
          <p:nvPr/>
        </p:nvSpPr>
        <p:spPr bwMode="auto">
          <a:xfrm>
            <a:off x="5645516" y="3278660"/>
            <a:ext cx="769114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err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접수대기중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xmlns="" id="{BE149E02-68E0-4D8D-A5A4-F3F746C75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59652"/>
              </p:ext>
            </p:extLst>
          </p:nvPr>
        </p:nvGraphicFramePr>
        <p:xfrm>
          <a:off x="7522369" y="4817570"/>
          <a:ext cx="2504700" cy="31699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0427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1919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요청</a:t>
                      </a:r>
                      <a:r>
                        <a:rPr lang="en-US" altLang="ko-KR" sz="1000" b="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.</a:t>
                      </a:r>
                      <a:r>
                        <a:rPr lang="en-US" altLang="ko-KR" sz="1000" b="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xls</a:t>
                      </a:r>
                      <a:endParaRPr lang="en-US" sz="1000" b="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4" name="Button">
            <a:extLst>
              <a:ext uri="{FF2B5EF4-FFF2-40B4-BE49-F238E27FC236}">
                <a16:creationId xmlns:a16="http://schemas.microsoft.com/office/drawing/2014/main" xmlns="" id="{FF3FFC35-3798-4022-856C-3F9327FF5DAD}"/>
              </a:ext>
            </a:extLst>
          </p:cNvPr>
          <p:cNvSpPr>
            <a:spLocks/>
          </p:cNvSpPr>
          <p:nvPr/>
        </p:nvSpPr>
        <p:spPr bwMode="auto">
          <a:xfrm>
            <a:off x="9445937" y="4854075"/>
            <a:ext cx="652582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다운로드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Label">
            <a:extLst>
              <a:ext uri="{FF2B5EF4-FFF2-40B4-BE49-F238E27FC236}">
                <a16:creationId xmlns:a16="http://schemas.microsoft.com/office/drawing/2014/main" xmlns="" id="{5CE1F08B-7C53-4E6B-B170-A246C57BE20A}"/>
              </a:ext>
            </a:extLst>
          </p:cNvPr>
          <p:cNvSpPr txBox="1"/>
          <p:nvPr/>
        </p:nvSpPr>
        <p:spPr>
          <a:xfrm>
            <a:off x="6652303" y="4846254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첨부된 파일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76" name="Button">
            <a:extLst>
              <a:ext uri="{FF2B5EF4-FFF2-40B4-BE49-F238E27FC236}">
                <a16:creationId xmlns:a16="http://schemas.microsoft.com/office/drawing/2014/main" xmlns="" id="{EE8FD1B4-4FFD-4682-B892-4544F9E8A25E}"/>
              </a:ext>
            </a:extLst>
          </p:cNvPr>
          <p:cNvSpPr>
            <a:spLocks/>
          </p:cNvSpPr>
          <p:nvPr/>
        </p:nvSpPr>
        <p:spPr bwMode="auto">
          <a:xfrm>
            <a:off x="5832505" y="359018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처리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Button">
            <a:extLst>
              <a:ext uri="{FF2B5EF4-FFF2-40B4-BE49-F238E27FC236}">
                <a16:creationId xmlns:a16="http://schemas.microsoft.com/office/drawing/2014/main" xmlns="" id="{823EAAE0-CBCB-44AE-90B4-3DDF6B445A1D}"/>
              </a:ext>
            </a:extLst>
          </p:cNvPr>
          <p:cNvSpPr>
            <a:spLocks/>
          </p:cNvSpPr>
          <p:nvPr/>
        </p:nvSpPr>
        <p:spPr bwMode="auto">
          <a:xfrm>
            <a:off x="5837202" y="3900504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처리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Label">
            <a:extLst>
              <a:ext uri="{FF2B5EF4-FFF2-40B4-BE49-F238E27FC236}">
                <a16:creationId xmlns:a16="http://schemas.microsoft.com/office/drawing/2014/main" xmlns="" id="{524CF908-D4E4-4B7D-B59A-E918C61653B8}"/>
              </a:ext>
            </a:extLst>
          </p:cNvPr>
          <p:cNvSpPr txBox="1"/>
          <p:nvPr/>
        </p:nvSpPr>
        <p:spPr>
          <a:xfrm>
            <a:off x="6637546" y="3938481"/>
            <a:ext cx="797718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승인 담당자</a:t>
            </a:r>
            <a:r>
              <a: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91" name="표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381962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신청 이력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상태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단일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다중 다운로드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승인 반려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10380167" y="4021502"/>
            <a:ext cx="161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업무 지원 관리 페이지 입니다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업무 지원 신청 승인 반려 하여 관리 가능 할 수 있습니다</a:t>
            </a:r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364496" y="235569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5616496" y="3135152"/>
            <a:ext cx="915356" cy="10322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5575452" y="5160644"/>
            <a:ext cx="713130" cy="263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6385545" y="297777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340769" y="516232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6402225" y="551278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608801" y="5454218"/>
            <a:ext cx="1472846" cy="333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/>
          <p:cNvSpPr/>
          <p:nvPr/>
        </p:nvSpPr>
        <p:spPr>
          <a:xfrm>
            <a:off x="7318298" y="550114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5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5378491" y="2613341"/>
            <a:ext cx="998669" cy="238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/>
          <p:cNvSpPr/>
          <p:nvPr/>
        </p:nvSpPr>
        <p:spPr>
          <a:xfrm>
            <a:off x="4903366" y="5494303"/>
            <a:ext cx="1473794" cy="263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570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보안관리 </a:t>
            </a:r>
            <a:r>
              <a:rPr lang="en-US" altLang="ko-KR" dirty="0"/>
              <a:t>(WF0026)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CEA560C6-509A-47EC-8335-B85E9A91B24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71531" y="1510092"/>
            <a:ext cx="6668462" cy="4570668"/>
            <a:chOff x="595684" y="1261242"/>
            <a:chExt cx="6668462" cy="4570668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25A81B5-155D-4043-9ECE-0B7DEE026DE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5684" y="1796227"/>
              <a:ext cx="6668462" cy="403568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C17CDC4D-B8A7-463D-B69D-12BDFE5EF69B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B239F7A1-A6A9-4931-A53D-2BACEEB26A0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A3043D49-F987-4BE0-A21C-E0DF836B87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8B6359F1-F216-4C21-9207-542201F6A96D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EADEC46F-38AE-4F38-BE8E-B2C372EC1F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6A148FA0-FC18-4118-A06A-ECBBFDF32F19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6B2A16F5-9751-4661-B49B-7C70639C950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035F059F-4E6D-49F5-A5D5-D86D241A59C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1A937781-CCBA-4ED8-A95B-7214B4D2C06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FB242DD-58C2-4660-A498-2FB8508C0664}"/>
              </a:ext>
            </a:extLst>
          </p:cNvPr>
          <p:cNvSpPr txBox="1"/>
          <p:nvPr/>
        </p:nvSpPr>
        <p:spPr>
          <a:xfrm>
            <a:off x="1105065" y="2164808"/>
            <a:ext cx="1487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보안로그 보기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xmlns="" id="{8777699B-3410-40DD-A393-032C34379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3602"/>
              </p:ext>
            </p:extLst>
          </p:nvPr>
        </p:nvGraphicFramePr>
        <p:xfrm>
          <a:off x="1167765" y="3069924"/>
          <a:ext cx="6439952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99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78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xmlns="" val="3900410993"/>
                    </a:ext>
                  </a:extLst>
                </a:gridCol>
                <a:gridCol w="1054517">
                  <a:extLst>
                    <a:ext uri="{9D8B030D-6E8A-4147-A177-3AD203B41FA5}">
                      <a16:colId xmlns:a16="http://schemas.microsoft.com/office/drawing/2014/main" xmlns="" val="4032704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이벤트 발생 시간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사용자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이벤트 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리소스 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리소스 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10:54:42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xxx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PutBucketRequestPayment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s3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ddm_dm_xxx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10:53:18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yyy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StartInstances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instance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i-8891d772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41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A6D5D525-26B6-42EF-8811-E1543200E2A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609814" y="2766463"/>
            <a:ext cx="1035146" cy="241092"/>
            <a:chOff x="928688" y="1261242"/>
            <a:chExt cx="1035146" cy="241092"/>
          </a:xfrm>
        </p:grpSpPr>
        <p:sp>
          <p:nvSpPr>
            <p:cNvPr id="42" name="Text Box">
              <a:extLst>
                <a:ext uri="{FF2B5EF4-FFF2-40B4-BE49-F238E27FC236}">
                  <a16:creationId xmlns:a16="http://schemas.microsoft.com/office/drawing/2014/main" xmlns="" id="{67FC33BA-9B79-4932-A106-C38B90E5792C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43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5CF137A9-9AD2-43C1-B388-7334DE98D6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18ACF437-FDEE-4F46-A47C-FACD85D06405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721064" y="2766463"/>
            <a:ext cx="1035146" cy="241092"/>
            <a:chOff x="928688" y="1261242"/>
            <a:chExt cx="1035146" cy="241092"/>
          </a:xfrm>
        </p:grpSpPr>
        <p:sp>
          <p:nvSpPr>
            <p:cNvPr id="45" name="Text Box">
              <a:extLst>
                <a:ext uri="{FF2B5EF4-FFF2-40B4-BE49-F238E27FC236}">
                  <a16:creationId xmlns:a16="http://schemas.microsoft.com/office/drawing/2014/main" xmlns="" id="{AD184A96-90CE-4649-8B4E-1191FDFCA1FD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46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ED218BCC-608B-4F06-B2DA-BA48274969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683E4407-EF66-4303-8350-C47C2F97992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442226" y="2769805"/>
            <a:ext cx="1085308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48" name="Text Box">
              <a:extLst>
                <a:ext uri="{FF2B5EF4-FFF2-40B4-BE49-F238E27FC236}">
                  <a16:creationId xmlns:a16="http://schemas.microsoft.com/office/drawing/2014/main" xmlns="" id="{FD8F4A9D-3B82-4348-80DD-8EB7554B657B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49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3D9B4630-F17F-4B51-9DC7-557BD402625E}"/>
                </a:ext>
              </a:extLst>
            </p:cNvPr>
            <p:cNvSpPr>
              <a:spLocks noChangeAspect="1"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691723" y="1313395"/>
              <a:ext cx="180438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973456D7-1151-47FD-A46A-FF1E2876405E}"/>
              </a:ext>
            </a:extLst>
          </p:cNvPr>
          <p:cNvSpPr txBox="1"/>
          <p:nvPr/>
        </p:nvSpPr>
        <p:spPr>
          <a:xfrm>
            <a:off x="5659724" y="2765814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리소스타입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grpSp>
        <p:nvGrpSpPr>
          <p:cNvPr id="52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E91AD139-0C4C-4640-A57A-FF3FA5C7DD9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565268" y="2769805"/>
            <a:ext cx="1071780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53" name="Text Box">
              <a:extLst>
                <a:ext uri="{FF2B5EF4-FFF2-40B4-BE49-F238E27FC236}">
                  <a16:creationId xmlns:a16="http://schemas.microsoft.com/office/drawing/2014/main" xmlns="" id="{23D70681-33C1-490F-BFE4-4CE08803E53C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54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7249529C-890E-4A0D-A30D-E859C90F9330}"/>
                </a:ext>
              </a:extLst>
            </p:cNvPr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92935" y="1313395"/>
              <a:ext cx="182716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xmlns="" id="{0F4D84E3-E493-4627-8166-FB58B030D4FE}"/>
              </a:ext>
            </a:extLst>
          </p:cNvPr>
          <p:cNvSpPr txBox="1"/>
          <p:nvPr/>
        </p:nvSpPr>
        <p:spPr>
          <a:xfrm>
            <a:off x="3782766" y="2765814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이벤트이름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2ACBF52C-6CDC-403A-AA2B-21895B3C4B26}"/>
              </a:ext>
            </a:extLst>
          </p:cNvPr>
          <p:cNvSpPr txBox="1"/>
          <p:nvPr/>
        </p:nvSpPr>
        <p:spPr>
          <a:xfrm>
            <a:off x="1105065" y="2477981"/>
            <a:ext cx="1636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AWS CloudTrail Log</a:t>
            </a:r>
            <a:endParaRPr lang="ko-KR" altLang="en-US" sz="1200" b="1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19AA9E23-017F-4187-B28C-4AD0398E0ED2}"/>
              </a:ext>
            </a:extLst>
          </p:cNvPr>
          <p:cNvSpPr txBox="1"/>
          <p:nvPr/>
        </p:nvSpPr>
        <p:spPr>
          <a:xfrm>
            <a:off x="1105065" y="4229429"/>
            <a:ext cx="1596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DDM</a:t>
            </a:r>
            <a:r>
              <a:rPr lang="ko-KR" altLang="en-US" sz="12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사용이력 로그</a:t>
            </a:r>
          </a:p>
        </p:txBody>
      </p:sp>
      <p:sp>
        <p:nvSpPr>
          <p:cNvPr id="58" name="Pagination">
            <a:extLst>
              <a:ext uri="{FF2B5EF4-FFF2-40B4-BE49-F238E27FC236}">
                <a16:creationId xmlns:a16="http://schemas.microsoft.com/office/drawing/2014/main" xmlns="" id="{C62EE2B8-3C86-40C2-AEDE-F90291B2AE10}"/>
              </a:ext>
            </a:extLst>
          </p:cNvPr>
          <p:cNvSpPr txBox="1"/>
          <p:nvPr/>
        </p:nvSpPr>
        <p:spPr>
          <a:xfrm>
            <a:off x="3502279" y="4059089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xmlns="" id="{32CF63E5-0D36-4E57-BE7E-F53D30C17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4792"/>
              </p:ext>
            </p:extLst>
          </p:nvPr>
        </p:nvGraphicFramePr>
        <p:xfrm>
          <a:off x="1167765" y="4847395"/>
          <a:ext cx="6414135" cy="950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99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40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xmlns="" val="390041099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xmlns="" val="4032704772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xmlns="" val="613792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사용신청일시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사번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이름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항목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권한부여일시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권한명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10:54:42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39283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xxx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서비스신청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10:54:42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10:53:18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39283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yyy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데이터다운로드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2022-02-01 10:53:18 AM</a:t>
                      </a: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60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340FECE1-826E-4F44-9743-28524D4C79BB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609814" y="4543934"/>
            <a:ext cx="1035146" cy="241092"/>
            <a:chOff x="928688" y="1261242"/>
            <a:chExt cx="1035146" cy="241092"/>
          </a:xfrm>
        </p:grpSpPr>
        <p:sp>
          <p:nvSpPr>
            <p:cNvPr id="61" name="Text Box">
              <a:extLst>
                <a:ext uri="{FF2B5EF4-FFF2-40B4-BE49-F238E27FC236}">
                  <a16:creationId xmlns:a16="http://schemas.microsoft.com/office/drawing/2014/main" xmlns="" id="{2CD86B3A-2F12-48EA-96ED-F6C873E5FC99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62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A6FB5CC3-AE76-49F4-8DB6-9F16B81FA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3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39F078CA-DBA1-43D9-B36A-C1E36D4C5A5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2721064" y="4543934"/>
            <a:ext cx="1035146" cy="241092"/>
            <a:chOff x="928688" y="1261242"/>
            <a:chExt cx="1035146" cy="241092"/>
          </a:xfrm>
        </p:grpSpPr>
        <p:sp>
          <p:nvSpPr>
            <p:cNvPr id="64" name="Text Box">
              <a:extLst>
                <a:ext uri="{FF2B5EF4-FFF2-40B4-BE49-F238E27FC236}">
                  <a16:creationId xmlns:a16="http://schemas.microsoft.com/office/drawing/2014/main" xmlns="" id="{A25C98FF-E1CC-49E5-B754-90DB4963E4C5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65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752382B5-EA13-46D3-9A57-8803B7003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D91120C2-F35B-48C2-B08E-B8FF5DBBB57C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442226" y="4547276"/>
            <a:ext cx="1085308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67" name="Text Box">
              <a:extLst>
                <a:ext uri="{FF2B5EF4-FFF2-40B4-BE49-F238E27FC236}">
                  <a16:creationId xmlns:a16="http://schemas.microsoft.com/office/drawing/2014/main" xmlns="" id="{88F1B8B7-B06C-4606-AF6A-96E3D6B08E93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68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817EF775-31EA-4E3B-96EA-98E2C07B2220}"/>
                </a:ext>
              </a:extLst>
            </p:cNvPr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91723" y="1313395"/>
              <a:ext cx="180438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08C80EC3-914F-4782-B10B-EFF0EB2C67EA}"/>
              </a:ext>
            </a:extLst>
          </p:cNvPr>
          <p:cNvSpPr txBox="1"/>
          <p:nvPr/>
        </p:nvSpPr>
        <p:spPr>
          <a:xfrm>
            <a:off x="5843984" y="4543285"/>
            <a:ext cx="5982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권한명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0E6E5A57-ABA3-47CE-B8DE-F2DEBED31054}"/>
              </a:ext>
            </a:extLst>
          </p:cNvPr>
          <p:cNvSpPr txBox="1"/>
          <p:nvPr/>
        </p:nvSpPr>
        <p:spPr>
          <a:xfrm>
            <a:off x="3844614" y="4543285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항목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grpSp>
        <p:nvGrpSpPr>
          <p:cNvPr id="75" name="Select">
            <a:extLst>
              <a:ext uri="{FF2B5EF4-FFF2-40B4-BE49-F238E27FC236}">
                <a16:creationId xmlns:a16="http://schemas.microsoft.com/office/drawing/2014/main" xmlns="" id="{85B3FF69-9CC6-4A47-AD4F-1F331EBE9E27}"/>
              </a:ext>
            </a:extLst>
          </p:cNvPr>
          <p:cNvGrpSpPr/>
          <p:nvPr/>
        </p:nvGrpSpPr>
        <p:grpSpPr>
          <a:xfrm>
            <a:off x="4271974" y="4538098"/>
            <a:ext cx="1596847" cy="246928"/>
            <a:chOff x="595686" y="1198051"/>
            <a:chExt cx="2504700" cy="434107"/>
          </a:xfrm>
        </p:grpSpPr>
        <p:sp>
          <p:nvSpPr>
            <p:cNvPr id="76" name="Input">
              <a:extLst>
                <a:ext uri="{FF2B5EF4-FFF2-40B4-BE49-F238E27FC236}">
                  <a16:creationId xmlns:a16="http://schemas.microsoft.com/office/drawing/2014/main" xmlns="" id="{9806ADE5-3EE2-433A-B648-9E81C7D99305}"/>
                </a:ext>
              </a:extLst>
            </p:cNvPr>
            <p:cNvSpPr/>
            <p:nvPr/>
          </p:nvSpPr>
          <p:spPr>
            <a:xfrm>
              <a:off x="595686" y="1198051"/>
              <a:ext cx="2504700" cy="434107"/>
            </a:xfrm>
            <a:prstGeom prst="roundRect">
              <a:avLst>
                <a:gd name="adj" fmla="val 10785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274320" bIns="64008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서비스신청</a:t>
              </a:r>
              <a:endParaRPr lang="en-US" sz="10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Arrow Down">
              <a:extLst>
                <a:ext uri="{FF2B5EF4-FFF2-40B4-BE49-F238E27FC236}">
                  <a16:creationId xmlns:a16="http://schemas.microsoft.com/office/drawing/2014/main" xmlns="" id="{1626AA1C-4F86-46A3-868D-C7A339F901D2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2926302" y="1397017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8" name="Pagination">
            <a:extLst>
              <a:ext uri="{FF2B5EF4-FFF2-40B4-BE49-F238E27FC236}">
                <a16:creationId xmlns:a16="http://schemas.microsoft.com/office/drawing/2014/main" xmlns="" id="{B178ED2D-1E7E-408D-B2FF-9E551CE0E95C}"/>
              </a:ext>
            </a:extLst>
          </p:cNvPr>
          <p:cNvSpPr txBox="1"/>
          <p:nvPr/>
        </p:nvSpPr>
        <p:spPr>
          <a:xfrm>
            <a:off x="3502279" y="579837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9811038" y="3934972"/>
            <a:ext cx="2119228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9811038" y="1232397"/>
            <a:ext cx="2119228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9811038" y="3696937"/>
            <a:ext cx="2119228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178643"/>
              </p:ext>
            </p:extLst>
          </p:nvPr>
        </p:nvGraphicFramePr>
        <p:xfrm>
          <a:off x="9813309" y="1478315"/>
          <a:ext cx="2119229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8925"/>
                <a:gridCol w="1870304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9914455" y="4001608"/>
            <a:ext cx="1906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보안 로그 페이지입니다</a:t>
            </a:r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AWS </a:t>
            </a:r>
            <a:r>
              <a:rPr lang="en-US" altLang="ko-KR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CloudTrail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Log, DDM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사용이력 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Log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를 검색하고 확인 할 수 있습니다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6411800" y="2746688"/>
            <a:ext cx="1188167" cy="29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/>
          <p:cNvSpPr/>
          <p:nvPr/>
        </p:nvSpPr>
        <p:spPr>
          <a:xfrm>
            <a:off x="6442225" y="4513346"/>
            <a:ext cx="1188167" cy="29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6411800" y="2479719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439212" y="427145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888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메타수정안내 </a:t>
            </a:r>
            <a:r>
              <a:rPr lang="en-US" altLang="ko-KR" dirty="0"/>
              <a:t>(WF0027)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5E7D4CE4-50EC-4E09-9DAB-A17E6DAA1C07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71315" y="1510092"/>
            <a:ext cx="4748564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9A056088-6729-499D-9923-FB0DC1E548B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5684" y="1796227"/>
              <a:ext cx="6668461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772BCCB-164E-4C4A-BFF6-DEE625F10CD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5D2E301-9241-4C82-84FD-2C67F8C3E9B4}"/>
                </a:ext>
              </a:extLst>
            </p:cNvPr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6951335" y="1568802"/>
              <a:ext cx="196229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2376F9EB-A389-43D7-BE7F-8F5E2DC753A9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986838" y="1332489"/>
              <a:ext cx="129427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D85B51C-B8D4-4ECC-A6EC-1004E4229D6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783006" y="1506286"/>
              <a:ext cx="50517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AD6134AB-04FB-4B34-982D-6DC9E214EA58}"/>
                </a:ext>
              </a:extLst>
            </p:cNvPr>
            <p:cNvSpPr>
              <a:spLocks noChangeAspect="1"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1883108" y="1558483"/>
              <a:ext cx="123166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D490217A-FAE5-48D9-A9DF-DABE5908D8C9}"/>
                </a:ext>
              </a:extLst>
            </p:cNvPr>
            <p:cNvGrpSpPr/>
            <p:nvPr/>
          </p:nvGrpSpPr>
          <p:grpSpPr>
            <a:xfrm>
              <a:off x="761260" y="1538639"/>
              <a:ext cx="843367" cy="173038"/>
              <a:chOff x="761260" y="1538639"/>
              <a:chExt cx="843367" cy="173038"/>
            </a:xfrm>
          </p:grpSpPr>
          <p:sp>
            <p:nvSpPr>
              <p:cNvPr id="11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54292CC4-D356-47DC-BF08-7E2C3333E06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761260" y="1564833"/>
                <a:ext cx="200404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AF88E870-1E46-4101-A11C-93F57DB859D7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078565" y="1564833"/>
                <a:ext cx="200404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1D8EB14A-63C0-4272-A03E-7E399611E5FE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395873" y="1538639"/>
                <a:ext cx="208754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FD810770-2AFB-4087-B701-C1C972102CF7}"/>
              </a:ext>
            </a:extLst>
          </p:cNvPr>
          <p:cNvSpPr txBox="1"/>
          <p:nvPr/>
        </p:nvSpPr>
        <p:spPr>
          <a:xfrm>
            <a:off x="404848" y="2164808"/>
            <a:ext cx="26581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메타데이터 수정 안내 관리</a:t>
            </a:r>
          </a:p>
        </p:txBody>
      </p:sp>
      <p:sp>
        <p:nvSpPr>
          <p:cNvPr id="25" name="Button">
            <a:extLst>
              <a:ext uri="{FF2B5EF4-FFF2-40B4-BE49-F238E27FC236}">
                <a16:creationId xmlns:a16="http://schemas.microsoft.com/office/drawing/2014/main" xmlns="" id="{0BE07C4A-4B16-439B-8505-EEB0DB6BD1A3}"/>
              </a:ext>
            </a:extLst>
          </p:cNvPr>
          <p:cNvSpPr>
            <a:spLocks/>
          </p:cNvSpPr>
          <p:nvPr/>
        </p:nvSpPr>
        <p:spPr bwMode="auto">
          <a:xfrm>
            <a:off x="4300845" y="4619971"/>
            <a:ext cx="427553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6E7EAC8D-5F6B-479B-A364-D3E414409A9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044526" y="1510093"/>
            <a:ext cx="4840381" cy="4352543"/>
            <a:chOff x="595684" y="1261242"/>
            <a:chExt cx="6668466" cy="4352543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BE85979C-3B63-42E8-96C3-4444BE59990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95684" y="1498987"/>
              <a:ext cx="6668462" cy="41147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1CABE020-3FAC-4BE3-B8B7-088F60B0EF1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95687" y="1261242"/>
              <a:ext cx="6668463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073DBC38-AC99-4B1F-89A0-D5F056AC187F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994240" y="1332489"/>
              <a:ext cx="125973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8B8B0FA0-25A8-42D9-8E75-CA7B1008037A}"/>
              </a:ext>
            </a:extLst>
          </p:cNvPr>
          <p:cNvSpPr txBox="1"/>
          <p:nvPr/>
        </p:nvSpPr>
        <p:spPr>
          <a:xfrm>
            <a:off x="5118896" y="1876719"/>
            <a:ext cx="2863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메타데이터 수정 안내문 등록</a:t>
            </a:r>
          </a:p>
        </p:txBody>
      </p:sp>
      <p:grpSp>
        <p:nvGrpSpPr>
          <p:cNvPr id="32" name="Labeled Field">
            <a:extLst>
              <a:ext uri="{FF2B5EF4-FFF2-40B4-BE49-F238E27FC236}">
                <a16:creationId xmlns:a16="http://schemas.microsoft.com/office/drawing/2014/main" xmlns="" id="{D9CAD348-EA79-45E0-8075-7FAEE9E30ADB}"/>
              </a:ext>
            </a:extLst>
          </p:cNvPr>
          <p:cNvGrpSpPr/>
          <p:nvPr/>
        </p:nvGrpSpPr>
        <p:grpSpPr>
          <a:xfrm>
            <a:off x="5102169" y="2355181"/>
            <a:ext cx="2035960" cy="241121"/>
            <a:chOff x="959626" y="2039771"/>
            <a:chExt cx="2306676" cy="241121"/>
          </a:xfrm>
        </p:grpSpPr>
        <p:sp>
          <p:nvSpPr>
            <p:cNvPr id="33" name="Text Box">
              <a:extLst>
                <a:ext uri="{FF2B5EF4-FFF2-40B4-BE49-F238E27FC236}">
                  <a16:creationId xmlns:a16="http://schemas.microsoft.com/office/drawing/2014/main" xmlns="" id="{0A895A0D-5750-41B2-8D72-7FE3A360AE0F}"/>
                </a:ext>
              </a:extLst>
            </p:cNvPr>
            <p:cNvSpPr/>
            <p:nvPr/>
          </p:nvSpPr>
          <p:spPr>
            <a:xfrm>
              <a:off x="1578566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Label">
              <a:extLst>
                <a:ext uri="{FF2B5EF4-FFF2-40B4-BE49-F238E27FC236}">
                  <a16:creationId xmlns:a16="http://schemas.microsoft.com/office/drawing/2014/main" xmlns="" id="{599D14C3-D924-4DD4-85DF-95E6B94E8270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작성자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43" name="Button">
            <a:extLst>
              <a:ext uri="{FF2B5EF4-FFF2-40B4-BE49-F238E27FC236}">
                <a16:creationId xmlns:a16="http://schemas.microsoft.com/office/drawing/2014/main" xmlns="" id="{17894468-346A-4C78-8526-426737C55B15}"/>
              </a:ext>
            </a:extLst>
          </p:cNvPr>
          <p:cNvSpPr>
            <a:spLocks/>
          </p:cNvSpPr>
          <p:nvPr/>
        </p:nvSpPr>
        <p:spPr bwMode="auto">
          <a:xfrm>
            <a:off x="7289032" y="544165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Button">
            <a:extLst>
              <a:ext uri="{FF2B5EF4-FFF2-40B4-BE49-F238E27FC236}">
                <a16:creationId xmlns:a16="http://schemas.microsoft.com/office/drawing/2014/main" xmlns="" id="{61ACBF9E-9B08-4EAB-86F7-DFD5C8F7792C}"/>
              </a:ext>
            </a:extLst>
          </p:cNvPr>
          <p:cNvSpPr>
            <a:spLocks/>
          </p:cNvSpPr>
          <p:nvPr/>
        </p:nvSpPr>
        <p:spPr bwMode="auto">
          <a:xfrm>
            <a:off x="7982180" y="5441655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 Area">
            <a:extLst>
              <a:ext uri="{FF2B5EF4-FFF2-40B4-BE49-F238E27FC236}">
                <a16:creationId xmlns:a16="http://schemas.microsoft.com/office/drawing/2014/main" xmlns="" id="{B967ABFB-F51E-4944-BF06-25EA432440B0}"/>
              </a:ext>
            </a:extLst>
          </p:cNvPr>
          <p:cNvSpPr/>
          <p:nvPr/>
        </p:nvSpPr>
        <p:spPr>
          <a:xfrm>
            <a:off x="498076" y="2618011"/>
            <a:ext cx="4308410" cy="1891167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메타데이터는 검색할 수 있는 자산에 대한 추가 정보입니다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기존 메타데이터를 편집하거나 기존 필드에 새 메타데이터 속성을 추가할 수 있습니다 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예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메타데이터 필드가 비어 있는 경우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endParaRPr lang="en-US" altLang="ko-KR" sz="9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데이터 분석은 제어되고 안정적인 메타데이터 어휘가 필요하므로 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DDM </a:t>
            </a:r>
            <a:r>
              <a:rPr lang="ko-KR" alt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분석포탈에서는 메타데이터 속성을 추가하거나 수정하는 경우에는 모두가 약속하는 기준을 준수하여야 합니다</a:t>
            </a:r>
            <a:r>
              <a: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 </a:t>
            </a:r>
            <a:endParaRPr lang="en-US" sz="9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3C990A1-4ED2-4E3D-9E60-9461E3F31182}"/>
              </a:ext>
            </a:extLst>
          </p:cNvPr>
          <p:cNvSpPr txBox="1"/>
          <p:nvPr/>
        </p:nvSpPr>
        <p:spPr>
          <a:xfrm>
            <a:off x="473428" y="4509178"/>
            <a:ext cx="21884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최근 수정 일시 </a:t>
            </a:r>
            <a:r>
              <a:rPr lang="en-US" altLang="ko-KR" sz="1000" dirty="0"/>
              <a:t>: 2022-02-01 18:00</a:t>
            </a:r>
            <a:endParaRPr lang="ko-KR" altLang="en-US" sz="1000" dirty="0"/>
          </a:p>
        </p:txBody>
      </p:sp>
      <p:sp>
        <p:nvSpPr>
          <p:cNvPr id="57" name="Text Area">
            <a:extLst>
              <a:ext uri="{FF2B5EF4-FFF2-40B4-BE49-F238E27FC236}">
                <a16:creationId xmlns:a16="http://schemas.microsoft.com/office/drawing/2014/main" xmlns="" id="{D7AEA06F-8A01-40B1-B0DD-0B080CA7B7C0}"/>
              </a:ext>
            </a:extLst>
          </p:cNvPr>
          <p:cNvSpPr/>
          <p:nvPr/>
        </p:nvSpPr>
        <p:spPr>
          <a:xfrm>
            <a:off x="5130954" y="2916431"/>
            <a:ext cx="4335068" cy="2314418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메타데이터는 검색할 수 있는 자산에 대한 추가 정보입니다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기존 메타데이터를 편집하거나 기존 필드에 새 메타데이터 속성을 추가할 수 있습니다 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예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메타데이터 필드가 비어 있는 경우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endParaRPr lang="en-US" altLang="ko-KR" sz="900" noProof="1">
              <a:solidFill>
                <a:srgbClr val="5F5F5F"/>
              </a:solidFill>
              <a:highlight>
                <a:srgbClr val="C0C0C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데이터 분석은 제어되고 안정적인 메타데이터 어휘가 필요하므로 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DDM </a:t>
            </a:r>
            <a:r>
              <a:rPr lang="ko-KR" altLang="en-US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분석포탈에서는 메타데이터 속성을 추가하거나 수정하는 경우에는 모두가 약속하는 기준을 준수하여야 합니다</a:t>
            </a:r>
            <a:r>
              <a:rPr lang="en-US" altLang="ko-KR" sz="900" noProof="1">
                <a:solidFill>
                  <a:srgbClr val="5F5F5F"/>
                </a:solidFill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.  </a:t>
            </a:r>
            <a:endParaRPr lang="en-US" sz="900" noProof="1">
              <a:solidFill>
                <a:srgbClr val="5F5F5F"/>
              </a:solidFill>
              <a:highlight>
                <a:srgbClr val="C0C0C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Text Area">
            <a:extLst>
              <a:ext uri="{FF2B5EF4-FFF2-40B4-BE49-F238E27FC236}">
                <a16:creationId xmlns:a16="http://schemas.microsoft.com/office/drawing/2014/main" xmlns="" id="{BFD51AE3-5DBF-4314-928C-8DB5F77AF360}"/>
              </a:ext>
            </a:extLst>
          </p:cNvPr>
          <p:cNvSpPr/>
          <p:nvPr/>
        </p:nvSpPr>
        <p:spPr>
          <a:xfrm>
            <a:off x="5130954" y="2677921"/>
            <a:ext cx="4350797" cy="24857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noProof="1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xmlns="" id="{9898CB0F-E017-4C00-90AF-5AF9825A62B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68946" y="2704908"/>
            <a:ext cx="3291826" cy="207245"/>
          </a:xfrm>
          <a:prstGeom prst="rect">
            <a:avLst/>
          </a:prstGeom>
        </p:spPr>
      </p:pic>
      <p:grpSp>
        <p:nvGrpSpPr>
          <p:cNvPr id="59" name="Scrollbar" descr="&lt;SmartSettings&gt;&lt;SmartResize enabled=&quot;True&quot; minWidth=&quot;7&quot; minHeight=&quot;60&quot; /&gt;&lt;/SmartSettings&gt;">
            <a:extLst>
              <a:ext uri="{FF2B5EF4-FFF2-40B4-BE49-F238E27FC236}">
                <a16:creationId xmlns:a16="http://schemas.microsoft.com/office/drawing/2014/main" xmlns="" id="{8A3CBEDA-6B34-4790-A062-953CED0AA15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9337735" y="2926493"/>
            <a:ext cx="144017" cy="2304356"/>
            <a:chOff x="5066755" y="1652473"/>
            <a:chExt cx="144017" cy="2304356"/>
          </a:xfrm>
          <a:solidFill>
            <a:srgbClr val="FFFFFF"/>
          </a:solidFill>
        </p:grpSpPr>
        <p:sp>
          <p:nvSpPr>
            <p:cNvPr id="60" name="Track">
              <a:extLst>
                <a:ext uri="{FF2B5EF4-FFF2-40B4-BE49-F238E27FC236}">
                  <a16:creationId xmlns:a16="http://schemas.microsoft.com/office/drawing/2014/main" xmlns="" id="{2ED97E87-DA9E-4E5B-AA56-4967628B9981}"/>
                </a:ext>
              </a:extLst>
            </p:cNvPr>
            <p:cNvSpPr/>
            <p:nvPr/>
          </p:nvSpPr>
          <p:spPr>
            <a:xfrm rot="5400000">
              <a:off x="3986586" y="2732642"/>
              <a:ext cx="2304356" cy="14401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Scroll Thumb" descr="&lt;Tags&gt;&lt;SMARTRESIZEANCHORS&gt;Absolute,Absolute,Absolute,Absolute&lt;/SMARTRESIZEANCHORS&gt;&lt;/Tags&gt;">
              <a:extLst>
                <a:ext uri="{FF2B5EF4-FFF2-40B4-BE49-F238E27FC236}">
                  <a16:creationId xmlns:a16="http://schemas.microsoft.com/office/drawing/2014/main" xmlns="" id="{4232FFBA-E368-4A40-AA21-5E0ABE251CDF}"/>
                </a:ext>
              </a:extLst>
            </p:cNvPr>
            <p:cNvSpPr/>
            <p:nvPr/>
          </p:nvSpPr>
          <p:spPr>
            <a:xfrm rot="5400000">
              <a:off x="4346676" y="2566290"/>
              <a:ext cx="1584176" cy="82671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hevron" descr="&lt;Tags&gt;&lt;SMARTRESIZEANCHORS&gt;Absolute,None,None,None&lt;/SMARTRESIZEANCHORS&gt;&lt;/Tags&gt;">
              <a:extLst>
                <a:ext uri="{FF2B5EF4-FFF2-40B4-BE49-F238E27FC236}">
                  <a16:creationId xmlns:a16="http://schemas.microsoft.com/office/drawing/2014/main" xmlns="" id="{0F1A5AEE-1BB2-40D1-9E5D-01AEA11701EE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 flipH="1">
              <a:off x="5106760" y="1711728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vron" descr="&lt;Tags&gt;&lt;SMARTRESIZEANCHORS&gt;None,Absolute,None,None&lt;/SMARTRESIZEANCHORS&gt;&lt;/Tags&gt;">
              <a:extLst>
                <a:ext uri="{FF2B5EF4-FFF2-40B4-BE49-F238E27FC236}">
                  <a16:creationId xmlns:a16="http://schemas.microsoft.com/office/drawing/2014/main" xmlns="" id="{0E836ACE-2680-460C-8E7D-5F41AB29C717}"/>
                </a:ext>
              </a:extLst>
            </p:cNvPr>
            <p:cNvSpPr>
              <a:spLocks noChangeAspect="1"/>
            </p:cNvSpPr>
            <p:nvPr/>
          </p:nvSpPr>
          <p:spPr bwMode="auto">
            <a:xfrm flipH="1">
              <a:off x="5106760" y="386457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7269286" y="5414436"/>
            <a:ext cx="467047" cy="29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4261351" y="4600461"/>
            <a:ext cx="467047" cy="29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647980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저장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0380167" y="4021502"/>
            <a:ext cx="1613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메타데이터 안내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모달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관리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972526" y="460926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967109" y="5436650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7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이미지관리 </a:t>
            </a:r>
            <a:r>
              <a:rPr lang="en-US" altLang="ko-KR" dirty="0"/>
              <a:t>(WF0028)</a:t>
            </a:r>
            <a:endParaRPr lang="ko-KR" altLang="en-US" dirty="0"/>
          </a:p>
        </p:txBody>
      </p:sp>
      <p:grpSp>
        <p:nvGrpSpPr>
          <p:cNvPr id="5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9C00E142-D946-4932-9BC5-95B4C36C210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5133" y="1503214"/>
            <a:ext cx="5071129" cy="4352544"/>
            <a:chOff x="595684" y="1261242"/>
            <a:chExt cx="6668462" cy="4352544"/>
          </a:xfrm>
        </p:grpSpPr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2CEA9973-C0B3-4187-A01B-B32EA12A570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95684" y="1796227"/>
              <a:ext cx="6668461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9C1F4756-E3D0-4466-AC63-E3B8C75ACAA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5338EF1-0397-467C-965F-5B5B3A0A3466}"/>
                </a:ext>
              </a:extLst>
            </p:cNvPr>
            <p:cNvSpPr>
              <a:spLocks noChangeAspect="1"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6951335" y="1568802"/>
              <a:ext cx="196229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6C145BF-71F6-4300-828D-02F8289052DA}"/>
                </a:ext>
              </a:extLst>
            </p:cNvPr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6986838" y="1332489"/>
              <a:ext cx="129427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7C08640-1F28-4ED4-AFEF-0EA564C8A9E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783006" y="1506286"/>
              <a:ext cx="50517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259B8312-A556-4B09-8BAF-0D221AACF410}"/>
                </a:ext>
              </a:extLst>
            </p:cNvPr>
            <p:cNvSpPr>
              <a:spLocks noChangeAspect="1"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1883108" y="1558483"/>
              <a:ext cx="123166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Navigation Buttons">
              <a:extLst>
                <a:ext uri="{FF2B5EF4-FFF2-40B4-BE49-F238E27FC236}">
                  <a16:creationId xmlns:a16="http://schemas.microsoft.com/office/drawing/2014/main" xmlns="" id="{154EE630-B575-4E00-8505-E1DD61874F09}"/>
                </a:ext>
              </a:extLst>
            </p:cNvPr>
            <p:cNvGrpSpPr/>
            <p:nvPr/>
          </p:nvGrpSpPr>
          <p:grpSpPr>
            <a:xfrm>
              <a:off x="761260" y="1538639"/>
              <a:ext cx="843367" cy="173038"/>
              <a:chOff x="761260" y="1538639"/>
              <a:chExt cx="843367" cy="173038"/>
            </a:xfrm>
          </p:grpSpPr>
          <p:sp>
            <p:nvSpPr>
              <p:cNvPr id="1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D8556ED3-E995-40F1-ADC3-2CE23DBF2200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761260" y="1564833"/>
                <a:ext cx="200404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F8F0463A-CB94-4152-A869-A64EF9B7796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078565" y="1564833"/>
                <a:ext cx="200404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48B3D91F-92EA-4C38-9DF2-FDA15EA37704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395873" y="1538639"/>
                <a:ext cx="208754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2F9D42A-F99E-4B67-A12C-86FD58F2839A}"/>
              </a:ext>
            </a:extLst>
          </p:cNvPr>
          <p:cNvSpPr txBox="1"/>
          <p:nvPr/>
        </p:nvSpPr>
        <p:spPr>
          <a:xfrm>
            <a:off x="508667" y="2157930"/>
            <a:ext cx="2585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이미지 관리</a:t>
            </a:r>
          </a:p>
        </p:txBody>
      </p:sp>
      <p:grpSp>
        <p:nvGrpSpPr>
          <p:cNvPr id="19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8E44545E-6FCE-4933-8182-2E17C93AF34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579796" y="1503215"/>
            <a:ext cx="4519794" cy="4352543"/>
            <a:chOff x="595684" y="1261242"/>
            <a:chExt cx="6668465" cy="4352543"/>
          </a:xfrm>
        </p:grpSpPr>
        <p:sp>
          <p:nvSpPr>
            <p:cNvPr id="2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1577FBB9-F27E-4C22-BAF8-46B50C159DC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95684" y="1498987"/>
              <a:ext cx="6668462" cy="41147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68EDF5D-00AB-435A-968E-3EFCB4A23CA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5687" y="1261242"/>
              <a:ext cx="6668462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2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A343074-195F-4475-A6CB-11B751C9D4B2}"/>
                </a:ext>
              </a:extLst>
            </p:cNvPr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6994240" y="1332489"/>
              <a:ext cx="125973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D786DB4-5C83-44BD-83BA-CCD27BE81A23}"/>
              </a:ext>
            </a:extLst>
          </p:cNvPr>
          <p:cNvSpPr txBox="1"/>
          <p:nvPr/>
        </p:nvSpPr>
        <p:spPr>
          <a:xfrm>
            <a:off x="6249075" y="1801157"/>
            <a:ext cx="27548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이미지 등록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xmlns="" id="{F5CC577C-76E8-4058-86B9-92139765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040245"/>
              </p:ext>
            </p:extLst>
          </p:nvPr>
        </p:nvGraphicFramePr>
        <p:xfrm>
          <a:off x="501049" y="3436014"/>
          <a:ext cx="4923789" cy="11033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99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397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550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80176">
                  <a:extLst>
                    <a:ext uri="{9D8B030D-6E8A-4147-A177-3AD203B41FA5}">
                      <a16:colId xmlns:a16="http://schemas.microsoft.com/office/drawing/2014/main" xmlns="" val="400324352"/>
                    </a:ext>
                  </a:extLst>
                </a:gridCol>
                <a:gridCol w="8305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9784">
                  <a:extLst>
                    <a:ext uri="{9D8B030D-6E8A-4147-A177-3AD203B41FA5}">
                      <a16:colId xmlns:a16="http://schemas.microsoft.com/office/drawing/2014/main" xmlns="" val="3759769461"/>
                    </a:ext>
                  </a:extLst>
                </a:gridCol>
                <a:gridCol w="654341">
                  <a:extLst>
                    <a:ext uri="{9D8B030D-6E8A-4147-A177-3AD203B41FA5}">
                      <a16:colId xmlns:a16="http://schemas.microsoft.com/office/drawing/2014/main" xmlns="" val="1316369836"/>
                    </a:ext>
                  </a:extLst>
                </a:gridCol>
                <a:gridCol w="560003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타입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OS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이미지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볼륨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GB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생성일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Instance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LINUX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ami</a:t>
                      </a:r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-xxx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128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활성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Instance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WIN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ami-yyy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256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활성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40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C4D3DD8-7D5C-43E3-8134-BA50CB47FF5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69790" y="3105973"/>
            <a:ext cx="1048522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41" name="Text Box">
              <a:extLst>
                <a:ext uri="{FF2B5EF4-FFF2-40B4-BE49-F238E27FC236}">
                  <a16:creationId xmlns:a16="http://schemas.microsoft.com/office/drawing/2014/main" xmlns="" id="{DD4AFBD6-34EA-4842-BB28-A3A9471056FE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42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D93FBBFF-BB84-4AB4-B6F1-2C9B3865ABE8}"/>
                </a:ext>
              </a:extLst>
            </p:cNvPr>
            <p:cNvSpPr>
              <a:spLocks noChangeAspect="1"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695092" y="1313395"/>
              <a:ext cx="186769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6779E062-EE3F-45DD-A4C9-20305B603B5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336024" y="3089635"/>
            <a:ext cx="980346" cy="241092"/>
            <a:chOff x="595684" y="1551576"/>
            <a:chExt cx="1368150" cy="241092"/>
          </a:xfrm>
          <a:solidFill>
            <a:srgbClr val="FFFFFF"/>
          </a:solidFill>
        </p:grpSpPr>
        <p:sp>
          <p:nvSpPr>
            <p:cNvPr id="44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D39DFD89-B22D-403E-8B4D-4EFA28D1508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5684" y="1551576"/>
              <a:ext cx="1136497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45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34FE36DE-E36A-4E3B-B1B3-330046939E3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732183" y="1551576"/>
              <a:ext cx="23165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40ABFF9-4E8B-4C27-B3B2-A024E9EA6F04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803344" y="1654034"/>
              <a:ext cx="8932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2465E037-9C1F-45A4-9850-96A3AD69C652}"/>
              </a:ext>
            </a:extLst>
          </p:cNvPr>
          <p:cNvSpPr txBox="1"/>
          <p:nvPr/>
        </p:nvSpPr>
        <p:spPr>
          <a:xfrm>
            <a:off x="1831734" y="3088707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상태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grpSp>
        <p:nvGrpSpPr>
          <p:cNvPr id="4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B73B69B-283E-4CAF-A594-65B343CE6A0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924298" y="3089635"/>
            <a:ext cx="925299" cy="241092"/>
            <a:chOff x="595684" y="1551576"/>
            <a:chExt cx="1368146" cy="241092"/>
          </a:xfrm>
          <a:solidFill>
            <a:srgbClr val="FFFFFF"/>
          </a:solidFill>
        </p:grpSpPr>
        <p:sp>
          <p:nvSpPr>
            <p:cNvPr id="49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760A1505-E205-4F0D-9D40-A09A787A6A7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95684" y="1551576"/>
              <a:ext cx="112271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50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ABEE23C9-E18E-4B84-8E85-2CC0BBA4C23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718399" y="1551576"/>
              <a:ext cx="24543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C01D0408-B0A6-463F-8409-9CFA5D725B70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793794" y="1654034"/>
              <a:ext cx="9464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2E74874-45C8-4EE3-BF28-CFF220DCB7C9}"/>
              </a:ext>
            </a:extLst>
          </p:cNvPr>
          <p:cNvSpPr txBox="1"/>
          <p:nvPr/>
        </p:nvSpPr>
        <p:spPr>
          <a:xfrm>
            <a:off x="3420008" y="3088707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타입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53" name="Button">
            <a:extLst>
              <a:ext uri="{FF2B5EF4-FFF2-40B4-BE49-F238E27FC236}">
                <a16:creationId xmlns:a16="http://schemas.microsoft.com/office/drawing/2014/main" xmlns="" id="{F8A1154D-D83D-42A4-83B6-5B783BBAB6A8}"/>
              </a:ext>
            </a:extLst>
          </p:cNvPr>
          <p:cNvSpPr>
            <a:spLocks/>
          </p:cNvSpPr>
          <p:nvPr/>
        </p:nvSpPr>
        <p:spPr bwMode="auto">
          <a:xfrm>
            <a:off x="4950685" y="3080209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Pagination">
            <a:extLst>
              <a:ext uri="{FF2B5EF4-FFF2-40B4-BE49-F238E27FC236}">
                <a16:creationId xmlns:a16="http://schemas.microsoft.com/office/drawing/2014/main" xmlns="" id="{74586EB1-37F7-4B72-B714-72EA4B45B149}"/>
              </a:ext>
            </a:extLst>
          </p:cNvPr>
          <p:cNvSpPr txBox="1"/>
          <p:nvPr/>
        </p:nvSpPr>
        <p:spPr>
          <a:xfrm>
            <a:off x="2164519" y="4591587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68" name="Button">
            <a:extLst>
              <a:ext uri="{FF2B5EF4-FFF2-40B4-BE49-F238E27FC236}">
                <a16:creationId xmlns:a16="http://schemas.microsoft.com/office/drawing/2014/main" xmlns="" id="{00082654-BA07-4595-985D-D5E12FD68ED7}"/>
              </a:ext>
            </a:extLst>
          </p:cNvPr>
          <p:cNvSpPr>
            <a:spLocks/>
          </p:cNvSpPr>
          <p:nvPr/>
        </p:nvSpPr>
        <p:spPr bwMode="auto">
          <a:xfrm>
            <a:off x="4090833" y="2659861"/>
            <a:ext cx="1287532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샌드박스 이미지 등록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1" name="Labeled Field">
            <a:extLst>
              <a:ext uri="{FF2B5EF4-FFF2-40B4-BE49-F238E27FC236}">
                <a16:creationId xmlns:a16="http://schemas.microsoft.com/office/drawing/2014/main" xmlns="" id="{0856A419-DC87-4C66-83E0-4EBA34134CEA}"/>
              </a:ext>
            </a:extLst>
          </p:cNvPr>
          <p:cNvGrpSpPr/>
          <p:nvPr/>
        </p:nvGrpSpPr>
        <p:grpSpPr>
          <a:xfrm>
            <a:off x="5676228" y="2334085"/>
            <a:ext cx="2176242" cy="241121"/>
            <a:chOff x="959625" y="2039771"/>
            <a:chExt cx="2842240" cy="241121"/>
          </a:xfrm>
        </p:grpSpPr>
        <p:sp>
          <p:nvSpPr>
            <p:cNvPr id="72" name="Text Box">
              <a:extLst>
                <a:ext uri="{FF2B5EF4-FFF2-40B4-BE49-F238E27FC236}">
                  <a16:creationId xmlns:a16="http://schemas.microsoft.com/office/drawing/2014/main" xmlns="" id="{9D946D73-D7D6-4976-A30B-EC51F62B2AFF}"/>
                </a:ext>
              </a:extLst>
            </p:cNvPr>
            <p:cNvSpPr/>
            <p:nvPr/>
          </p:nvSpPr>
          <p:spPr>
            <a:xfrm>
              <a:off x="211412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Label">
              <a:extLst>
                <a:ext uri="{FF2B5EF4-FFF2-40B4-BE49-F238E27FC236}">
                  <a16:creationId xmlns:a16="http://schemas.microsoft.com/office/drawing/2014/main" xmlns="" id="{31D13C13-BE4A-45F0-AF15-99BA034FF38D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샌드박스 타입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76" name="Label">
            <a:extLst>
              <a:ext uri="{FF2B5EF4-FFF2-40B4-BE49-F238E27FC236}">
                <a16:creationId xmlns:a16="http://schemas.microsoft.com/office/drawing/2014/main" xmlns="" id="{D46D2C26-2BED-4C44-899E-8C022A3FD568}"/>
              </a:ext>
            </a:extLst>
          </p:cNvPr>
          <p:cNvSpPr txBox="1"/>
          <p:nvPr/>
        </p:nvSpPr>
        <p:spPr>
          <a:xfrm>
            <a:off x="5676227" y="2634445"/>
            <a:ext cx="933181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샌드박스 </a:t>
            </a:r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:</a:t>
            </a:r>
          </a:p>
        </p:txBody>
      </p:sp>
      <p:grpSp>
        <p:nvGrpSpPr>
          <p:cNvPr id="77" name="Labeled Field">
            <a:extLst>
              <a:ext uri="{FF2B5EF4-FFF2-40B4-BE49-F238E27FC236}">
                <a16:creationId xmlns:a16="http://schemas.microsoft.com/office/drawing/2014/main" xmlns="" id="{AE293638-B844-4C7B-A75A-85CE6E3D3F1B}"/>
              </a:ext>
            </a:extLst>
          </p:cNvPr>
          <p:cNvGrpSpPr/>
          <p:nvPr/>
        </p:nvGrpSpPr>
        <p:grpSpPr>
          <a:xfrm>
            <a:off x="5676228" y="2935074"/>
            <a:ext cx="2176242" cy="241121"/>
            <a:chOff x="959625" y="2039771"/>
            <a:chExt cx="2842240" cy="241121"/>
          </a:xfrm>
        </p:grpSpPr>
        <p:sp>
          <p:nvSpPr>
            <p:cNvPr id="78" name="Text Box">
              <a:extLst>
                <a:ext uri="{FF2B5EF4-FFF2-40B4-BE49-F238E27FC236}">
                  <a16:creationId xmlns:a16="http://schemas.microsoft.com/office/drawing/2014/main" xmlns="" id="{64E4B0D9-3ED4-47A0-BB0A-350A4FD18960}"/>
                </a:ext>
              </a:extLst>
            </p:cNvPr>
            <p:cNvSpPr/>
            <p:nvPr/>
          </p:nvSpPr>
          <p:spPr>
            <a:xfrm>
              <a:off x="2114129" y="2039771"/>
              <a:ext cx="1687736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Label">
              <a:extLst>
                <a:ext uri="{FF2B5EF4-FFF2-40B4-BE49-F238E27FC236}">
                  <a16:creationId xmlns:a16="http://schemas.microsoft.com/office/drawing/2014/main" xmlns="" id="{1648DE59-3D94-44E9-8A6A-C849912860F7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이미지 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</p:grpSp>
      <p:grpSp>
        <p:nvGrpSpPr>
          <p:cNvPr id="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4CA05AAC-23D5-4BDD-997D-638CD913D6D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701079" y="2634445"/>
            <a:ext cx="1287193" cy="241092"/>
            <a:chOff x="595683" y="1551576"/>
            <a:chExt cx="1368150" cy="241092"/>
          </a:xfrm>
          <a:solidFill>
            <a:srgbClr val="FFFFFF"/>
          </a:solidFill>
        </p:grpSpPr>
        <p:sp>
          <p:nvSpPr>
            <p:cNvPr id="81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EA98AE9-7072-4E7D-A6B4-D84D0C1CE39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5683" y="1551576"/>
              <a:ext cx="1215098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LINUX</a:t>
              </a:r>
            </a:p>
          </p:txBody>
        </p:sp>
        <p:sp>
          <p:nvSpPr>
            <p:cNvPr id="82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2B681E38-2048-4C65-B831-9A762C990F0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810784" y="1551576"/>
              <a:ext cx="15304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64F6B17F-165D-40FC-842E-E6173EC4705E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1857798" y="1654034"/>
              <a:ext cx="59019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4" name="Labeled Field">
            <a:extLst>
              <a:ext uri="{FF2B5EF4-FFF2-40B4-BE49-F238E27FC236}">
                <a16:creationId xmlns:a16="http://schemas.microsoft.com/office/drawing/2014/main" xmlns="" id="{46D763F5-FF8E-4FDD-948F-45CF87C7F45C}"/>
              </a:ext>
            </a:extLst>
          </p:cNvPr>
          <p:cNvGrpSpPr/>
          <p:nvPr/>
        </p:nvGrpSpPr>
        <p:grpSpPr>
          <a:xfrm>
            <a:off x="5676228" y="3233382"/>
            <a:ext cx="4292198" cy="241121"/>
            <a:chOff x="959625" y="2039771"/>
            <a:chExt cx="5605745" cy="241121"/>
          </a:xfrm>
        </p:grpSpPr>
        <p:sp>
          <p:nvSpPr>
            <p:cNvPr id="85" name="Text Box">
              <a:extLst>
                <a:ext uri="{FF2B5EF4-FFF2-40B4-BE49-F238E27FC236}">
                  <a16:creationId xmlns:a16="http://schemas.microsoft.com/office/drawing/2014/main" xmlns="" id="{B60E27C2-D030-4BFE-BF4B-433882BFF571}"/>
                </a:ext>
              </a:extLst>
            </p:cNvPr>
            <p:cNvSpPr/>
            <p:nvPr/>
          </p:nvSpPr>
          <p:spPr>
            <a:xfrm>
              <a:off x="2114128" y="2039771"/>
              <a:ext cx="4451242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Label">
              <a:extLst>
                <a:ext uri="{FF2B5EF4-FFF2-40B4-BE49-F238E27FC236}">
                  <a16:creationId xmlns:a16="http://schemas.microsoft.com/office/drawing/2014/main" xmlns="" id="{B5ABA27C-9905-4764-A20B-88DA6D7746B9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이미지 설명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</p:grpSp>
      <p:grpSp>
        <p:nvGrpSpPr>
          <p:cNvPr id="87" name="Labeled Field">
            <a:extLst>
              <a:ext uri="{FF2B5EF4-FFF2-40B4-BE49-F238E27FC236}">
                <a16:creationId xmlns:a16="http://schemas.microsoft.com/office/drawing/2014/main" xmlns="" id="{5949C54D-1F90-4AF8-8BC6-08053605DF82}"/>
              </a:ext>
            </a:extLst>
          </p:cNvPr>
          <p:cNvGrpSpPr/>
          <p:nvPr/>
        </p:nvGrpSpPr>
        <p:grpSpPr>
          <a:xfrm>
            <a:off x="5676228" y="3531661"/>
            <a:ext cx="3109422" cy="241121"/>
            <a:chOff x="959625" y="2039771"/>
            <a:chExt cx="4061002" cy="241121"/>
          </a:xfrm>
        </p:grpSpPr>
        <p:sp>
          <p:nvSpPr>
            <p:cNvPr id="88" name="Text Box">
              <a:extLst>
                <a:ext uri="{FF2B5EF4-FFF2-40B4-BE49-F238E27FC236}">
                  <a16:creationId xmlns:a16="http://schemas.microsoft.com/office/drawing/2014/main" xmlns="" id="{AAB4A9BC-D5E7-4CB9-923B-1949DA0D56A9}"/>
                </a:ext>
              </a:extLst>
            </p:cNvPr>
            <p:cNvSpPr/>
            <p:nvPr/>
          </p:nvSpPr>
          <p:spPr>
            <a:xfrm>
              <a:off x="2114129" y="2039771"/>
              <a:ext cx="1687736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Label">
              <a:extLst>
                <a:ext uri="{FF2B5EF4-FFF2-40B4-BE49-F238E27FC236}">
                  <a16:creationId xmlns:a16="http://schemas.microsoft.com/office/drawing/2014/main" xmlns="" id="{F08EC0A5-D087-4597-9BE9-A159E3D7B664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이미지 </a:t>
              </a:r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불륨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  <p:sp>
          <p:nvSpPr>
            <p:cNvPr id="90" name="Label">
              <a:extLst>
                <a:ext uri="{FF2B5EF4-FFF2-40B4-BE49-F238E27FC236}">
                  <a16:creationId xmlns:a16="http://schemas.microsoft.com/office/drawing/2014/main" xmlns="" id="{7B95BB36-4D51-4054-BA32-CCDAD7ED407B}"/>
                </a:ext>
              </a:extLst>
            </p:cNvPr>
            <p:cNvSpPr txBox="1"/>
            <p:nvPr/>
          </p:nvSpPr>
          <p:spPr>
            <a:xfrm>
              <a:off x="3801863" y="2039800"/>
              <a:ext cx="1218764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GB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1" name="Button">
            <a:extLst>
              <a:ext uri="{FF2B5EF4-FFF2-40B4-BE49-F238E27FC236}">
                <a16:creationId xmlns:a16="http://schemas.microsoft.com/office/drawing/2014/main" xmlns="" id="{D666DC85-441E-4AB5-8781-83666D84A0B7}"/>
              </a:ext>
            </a:extLst>
          </p:cNvPr>
          <p:cNvSpPr>
            <a:spLocks/>
          </p:cNvSpPr>
          <p:nvPr/>
        </p:nvSpPr>
        <p:spPr bwMode="auto">
          <a:xfrm>
            <a:off x="6433751" y="4132679"/>
            <a:ext cx="823784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이미지 등록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Button">
            <a:extLst>
              <a:ext uri="{FF2B5EF4-FFF2-40B4-BE49-F238E27FC236}">
                <a16:creationId xmlns:a16="http://schemas.microsoft.com/office/drawing/2014/main" xmlns="" id="{4264F584-3AA2-4213-915A-9365C0463448}"/>
              </a:ext>
            </a:extLst>
          </p:cNvPr>
          <p:cNvSpPr>
            <a:spLocks/>
          </p:cNvSpPr>
          <p:nvPr/>
        </p:nvSpPr>
        <p:spPr bwMode="auto">
          <a:xfrm>
            <a:off x="7547885" y="4138400"/>
            <a:ext cx="52936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직사각형 58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273084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이미지 등록 페이지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등록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10380167" y="4021502"/>
            <a:ext cx="1613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이미지 관리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AWS 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에서 생성한 이미지를 등록하여 사용자들이 사용 가능하게 관리 가능합니다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3993432" y="2655660"/>
            <a:ext cx="1482333" cy="240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직사각형 64"/>
          <p:cNvSpPr/>
          <p:nvPr/>
        </p:nvSpPr>
        <p:spPr>
          <a:xfrm>
            <a:off x="4902638" y="3081023"/>
            <a:ext cx="557045" cy="240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직사각형 65"/>
          <p:cNvSpPr/>
          <p:nvPr/>
        </p:nvSpPr>
        <p:spPr>
          <a:xfrm>
            <a:off x="6268482" y="4098895"/>
            <a:ext cx="1154322" cy="3095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직사각형 66"/>
          <p:cNvSpPr/>
          <p:nvPr/>
        </p:nvSpPr>
        <p:spPr>
          <a:xfrm>
            <a:off x="3978610" y="241013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385772" y="296639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181749" y="3895502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817341" y="2615352"/>
            <a:ext cx="2444130" cy="3282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455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모델관리 </a:t>
            </a:r>
            <a:r>
              <a:rPr lang="en-US" altLang="ko-KR" dirty="0"/>
              <a:t>(WF0029)</a:t>
            </a:r>
            <a:endParaRPr lang="ko-KR" altLang="en-US" dirty="0"/>
          </a:p>
        </p:txBody>
      </p:sp>
      <p:grpSp>
        <p:nvGrpSpPr>
          <p:cNvPr id="5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9C00E142-D946-4932-9BC5-95B4C36C210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90343" y="1501855"/>
            <a:ext cx="5071129" cy="4352544"/>
            <a:chOff x="595684" y="1261242"/>
            <a:chExt cx="6668462" cy="4352544"/>
          </a:xfrm>
        </p:grpSpPr>
        <p:sp>
          <p:nvSpPr>
            <p:cNvPr id="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2CEA9973-C0B3-4187-A01B-B32EA12A570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595684" y="1796227"/>
              <a:ext cx="6668461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9C1F4756-E3D0-4466-AC63-E3B8C75ACAA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9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5338EF1-0397-467C-965F-5B5B3A0A3466}"/>
                </a:ext>
              </a:extLst>
            </p:cNvPr>
            <p:cNvSpPr>
              <a:spLocks noChangeAspect="1"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6951335" y="1568802"/>
              <a:ext cx="196229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56C145BF-71F6-4300-828D-02F8289052DA}"/>
                </a:ext>
              </a:extLst>
            </p:cNvPr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6986838" y="1332489"/>
              <a:ext cx="129427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7C08640-1F28-4ED4-AFEF-0EA564C8A9E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783006" y="1506286"/>
              <a:ext cx="50517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1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259B8312-A556-4B09-8BAF-0D221AACF410}"/>
                </a:ext>
              </a:extLst>
            </p:cNvPr>
            <p:cNvSpPr>
              <a:spLocks noChangeAspect="1"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1883108" y="1558483"/>
              <a:ext cx="123166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Navigation Buttons">
              <a:extLst>
                <a:ext uri="{FF2B5EF4-FFF2-40B4-BE49-F238E27FC236}">
                  <a16:creationId xmlns:a16="http://schemas.microsoft.com/office/drawing/2014/main" xmlns="" id="{154EE630-B575-4E00-8505-E1DD61874F09}"/>
                </a:ext>
              </a:extLst>
            </p:cNvPr>
            <p:cNvGrpSpPr/>
            <p:nvPr/>
          </p:nvGrpSpPr>
          <p:grpSpPr>
            <a:xfrm>
              <a:off x="761260" y="1538639"/>
              <a:ext cx="843367" cy="173038"/>
              <a:chOff x="761260" y="1538639"/>
              <a:chExt cx="843367" cy="173038"/>
            </a:xfrm>
          </p:grpSpPr>
          <p:sp>
            <p:nvSpPr>
              <p:cNvPr id="1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D8556ED3-E995-40F1-ADC3-2CE23DBF2200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761260" y="1564833"/>
                <a:ext cx="200404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F8F0463A-CB94-4152-A869-A64EF9B77962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1078565" y="1564833"/>
                <a:ext cx="200404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xmlns="" id="{48B3D91F-92EA-4C38-9DF2-FDA15EA37704}"/>
                  </a:ext>
                </a:extLst>
              </p:cNvPr>
              <p:cNvSpPr>
                <a:spLocks noChangeAspect="1" noEditPoint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395873" y="1538639"/>
                <a:ext cx="208754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62F9D42A-F99E-4B67-A12C-86FD58F2839A}"/>
              </a:ext>
            </a:extLst>
          </p:cNvPr>
          <p:cNvSpPr txBox="1"/>
          <p:nvPr/>
        </p:nvSpPr>
        <p:spPr>
          <a:xfrm>
            <a:off x="323877" y="2156571"/>
            <a:ext cx="2380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모델 관리</a:t>
            </a:r>
          </a:p>
        </p:txBody>
      </p:sp>
      <p:grpSp>
        <p:nvGrpSpPr>
          <p:cNvPr id="19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8E44545E-6FCE-4933-8182-2E17C93AF34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395006" y="1494978"/>
            <a:ext cx="4115480" cy="4352543"/>
            <a:chOff x="595684" y="1261242"/>
            <a:chExt cx="6668465" cy="4352543"/>
          </a:xfrm>
        </p:grpSpPr>
        <p:sp>
          <p:nvSpPr>
            <p:cNvPr id="2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1577FBB9-F27E-4C22-BAF8-46B50C159DC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595684" y="1498987"/>
              <a:ext cx="6668462" cy="41147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F68EDF5D-00AB-435A-968E-3EFCB4A23CA8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595687" y="1261242"/>
              <a:ext cx="6668462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2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BA343074-195F-4475-A6CB-11B751C9D4B2}"/>
                </a:ext>
              </a:extLst>
            </p:cNvPr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6994240" y="1332489"/>
              <a:ext cx="125973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D786DB4-5C83-44BD-83BA-CCD27BE81A23}"/>
              </a:ext>
            </a:extLst>
          </p:cNvPr>
          <p:cNvSpPr txBox="1"/>
          <p:nvPr/>
        </p:nvSpPr>
        <p:spPr>
          <a:xfrm>
            <a:off x="6064886" y="1893296"/>
            <a:ext cx="2380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분석샌드박스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모델 생성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xmlns="" id="{F5CC577C-76E8-4058-86B9-92139765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64499"/>
              </p:ext>
            </p:extLst>
          </p:nvPr>
        </p:nvGraphicFramePr>
        <p:xfrm>
          <a:off x="316259" y="3434655"/>
          <a:ext cx="4877189" cy="11033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3258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732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6837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3673">
                  <a:extLst>
                    <a:ext uri="{9D8B030D-6E8A-4147-A177-3AD203B41FA5}">
                      <a16:colId xmlns:a16="http://schemas.microsoft.com/office/drawing/2014/main" xmlns="" val="1316369836"/>
                    </a:ext>
                  </a:extLst>
                </a:gridCol>
                <a:gridCol w="656016">
                  <a:extLst>
                    <a:ext uri="{9D8B030D-6E8A-4147-A177-3AD203B41FA5}">
                      <a16:colId xmlns:a16="http://schemas.microsoft.com/office/drawing/2014/main" xmlns="" val="3358397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</a:t>
                      </a:r>
                      <a:endParaRPr lang="en-US" altLang="ko-KR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모델명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샌드박스 모델 설명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상태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생성일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저사양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분석용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4vcpu/8GB </a:t>
                      </a:r>
                      <a:r>
                        <a:rPr lang="en-US" altLang="ko-KR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Jupyter</a:t>
                      </a:r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…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활성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고사양</a:t>
                      </a:r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분석용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8vcpu/1GPU/32GB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활성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40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BC4D3DD8-7D5C-43E3-8134-BA50CB47FF5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5000" y="3104614"/>
            <a:ext cx="1048522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41" name="Text Box">
              <a:extLst>
                <a:ext uri="{FF2B5EF4-FFF2-40B4-BE49-F238E27FC236}">
                  <a16:creationId xmlns:a16="http://schemas.microsoft.com/office/drawing/2014/main" xmlns="" id="{DD4AFBD6-34EA-4842-BB28-A3A9471056FE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42" name="Search Icon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xmlns="" id="{D93FBBFF-BB84-4AB4-B6F1-2C9B3865ABE8}"/>
                </a:ext>
              </a:extLst>
            </p:cNvPr>
            <p:cNvSpPr>
              <a:spLocks noChangeAspect="1"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695092" y="1313395"/>
              <a:ext cx="186769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6779E062-EE3F-45DD-A4C9-20305B603B5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151234" y="3088276"/>
            <a:ext cx="980346" cy="241092"/>
            <a:chOff x="595684" y="1551576"/>
            <a:chExt cx="1368150" cy="241092"/>
          </a:xfrm>
          <a:solidFill>
            <a:srgbClr val="FFFFFF"/>
          </a:solidFill>
        </p:grpSpPr>
        <p:sp>
          <p:nvSpPr>
            <p:cNvPr id="44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D39DFD89-B22D-403E-8B4D-4EFA28D1508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95684" y="1551576"/>
              <a:ext cx="1136497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45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34FE36DE-E36A-4E3B-B1B3-330046939E3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732183" y="1551576"/>
              <a:ext cx="23165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740ABFF9-4E8B-4C27-B3B2-A024E9EA6F04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803344" y="1654034"/>
              <a:ext cx="8932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2465E037-9C1F-45A4-9850-96A3AD69C652}"/>
              </a:ext>
            </a:extLst>
          </p:cNvPr>
          <p:cNvSpPr txBox="1"/>
          <p:nvPr/>
        </p:nvSpPr>
        <p:spPr>
          <a:xfrm>
            <a:off x="1646944" y="3087348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상태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grpSp>
        <p:nvGrpSpPr>
          <p:cNvPr id="4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EB73B69B-283E-4CAF-A594-65B343CE6A0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739508" y="3088276"/>
            <a:ext cx="925299" cy="241092"/>
            <a:chOff x="595684" y="1551576"/>
            <a:chExt cx="1368146" cy="241092"/>
          </a:xfrm>
          <a:solidFill>
            <a:srgbClr val="FFFFFF"/>
          </a:solidFill>
        </p:grpSpPr>
        <p:sp>
          <p:nvSpPr>
            <p:cNvPr id="49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760A1505-E205-4F0D-9D40-A09A787A6A7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95684" y="1551576"/>
              <a:ext cx="1122719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All</a:t>
              </a:r>
            </a:p>
          </p:txBody>
        </p:sp>
        <p:sp>
          <p:nvSpPr>
            <p:cNvPr id="50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ABEE23C9-E18E-4B84-8E85-2CC0BBA4C23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718399" y="1551576"/>
              <a:ext cx="245431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C01D0408-B0A6-463F-8409-9CFA5D725B70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1793794" y="1654034"/>
              <a:ext cx="94642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2E74874-45C8-4EE3-BF28-CFF220DCB7C9}"/>
              </a:ext>
            </a:extLst>
          </p:cNvPr>
          <p:cNvSpPr txBox="1"/>
          <p:nvPr/>
        </p:nvSpPr>
        <p:spPr>
          <a:xfrm>
            <a:off x="3235218" y="3087348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타입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53" name="Button">
            <a:extLst>
              <a:ext uri="{FF2B5EF4-FFF2-40B4-BE49-F238E27FC236}">
                <a16:creationId xmlns:a16="http://schemas.microsoft.com/office/drawing/2014/main" xmlns="" id="{F8A1154D-D83D-42A4-83B6-5B783BBAB6A8}"/>
              </a:ext>
            </a:extLst>
          </p:cNvPr>
          <p:cNvSpPr>
            <a:spLocks/>
          </p:cNvSpPr>
          <p:nvPr/>
        </p:nvSpPr>
        <p:spPr bwMode="auto">
          <a:xfrm>
            <a:off x="4765895" y="3078850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검색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Pagination">
            <a:extLst>
              <a:ext uri="{FF2B5EF4-FFF2-40B4-BE49-F238E27FC236}">
                <a16:creationId xmlns:a16="http://schemas.microsoft.com/office/drawing/2014/main" xmlns="" id="{74586EB1-37F7-4B72-B714-72EA4B45B149}"/>
              </a:ext>
            </a:extLst>
          </p:cNvPr>
          <p:cNvSpPr txBox="1"/>
          <p:nvPr/>
        </p:nvSpPr>
        <p:spPr>
          <a:xfrm>
            <a:off x="1979729" y="4590228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68" name="Button">
            <a:extLst>
              <a:ext uri="{FF2B5EF4-FFF2-40B4-BE49-F238E27FC236}">
                <a16:creationId xmlns:a16="http://schemas.microsoft.com/office/drawing/2014/main" xmlns="" id="{00082654-BA07-4595-985D-D5E12FD68ED7}"/>
              </a:ext>
            </a:extLst>
          </p:cNvPr>
          <p:cNvSpPr>
            <a:spLocks/>
          </p:cNvSpPr>
          <p:nvPr/>
        </p:nvSpPr>
        <p:spPr bwMode="auto">
          <a:xfrm>
            <a:off x="2876970" y="2658502"/>
            <a:ext cx="918017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EC2 </a:t>
            </a:r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모델 생성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Button">
            <a:extLst>
              <a:ext uri="{FF2B5EF4-FFF2-40B4-BE49-F238E27FC236}">
                <a16:creationId xmlns:a16="http://schemas.microsoft.com/office/drawing/2014/main" xmlns="" id="{D666DC85-441E-4AB5-8781-83666D84A0B7}"/>
              </a:ext>
            </a:extLst>
          </p:cNvPr>
          <p:cNvSpPr>
            <a:spLocks/>
          </p:cNvSpPr>
          <p:nvPr/>
        </p:nvSpPr>
        <p:spPr bwMode="auto">
          <a:xfrm>
            <a:off x="6490655" y="4666215"/>
            <a:ext cx="684952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모델 생성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Button">
            <a:extLst>
              <a:ext uri="{FF2B5EF4-FFF2-40B4-BE49-F238E27FC236}">
                <a16:creationId xmlns:a16="http://schemas.microsoft.com/office/drawing/2014/main" xmlns="" id="{4264F584-3AA2-4213-915A-9365C0463448}"/>
              </a:ext>
            </a:extLst>
          </p:cNvPr>
          <p:cNvSpPr>
            <a:spLocks/>
          </p:cNvSpPr>
          <p:nvPr/>
        </p:nvSpPr>
        <p:spPr bwMode="auto">
          <a:xfrm>
            <a:off x="7521561" y="4671936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Button">
            <a:extLst>
              <a:ext uri="{FF2B5EF4-FFF2-40B4-BE49-F238E27FC236}">
                <a16:creationId xmlns:a16="http://schemas.microsoft.com/office/drawing/2014/main" xmlns="" id="{FB286828-6F32-4BC2-A4F0-55E2C033B783}"/>
              </a:ext>
            </a:extLst>
          </p:cNvPr>
          <p:cNvSpPr>
            <a:spLocks/>
          </p:cNvSpPr>
          <p:nvPr/>
        </p:nvSpPr>
        <p:spPr bwMode="auto">
          <a:xfrm>
            <a:off x="3876255" y="2658502"/>
            <a:ext cx="1317990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SageMaker </a:t>
            </a:r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모델 생성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0" name="Labeled Field">
            <a:extLst>
              <a:ext uri="{FF2B5EF4-FFF2-40B4-BE49-F238E27FC236}">
                <a16:creationId xmlns:a16="http://schemas.microsoft.com/office/drawing/2014/main" xmlns="" id="{71E6F7BD-12A9-4C75-94CD-2DF8D41E1969}"/>
              </a:ext>
            </a:extLst>
          </p:cNvPr>
          <p:cNvGrpSpPr/>
          <p:nvPr/>
        </p:nvGrpSpPr>
        <p:grpSpPr>
          <a:xfrm>
            <a:off x="5491438" y="2412819"/>
            <a:ext cx="3930218" cy="241121"/>
            <a:chOff x="959625" y="2039771"/>
            <a:chExt cx="5605745" cy="241121"/>
          </a:xfrm>
        </p:grpSpPr>
        <p:sp>
          <p:nvSpPr>
            <p:cNvPr id="74" name="Text Box">
              <a:extLst>
                <a:ext uri="{FF2B5EF4-FFF2-40B4-BE49-F238E27FC236}">
                  <a16:creationId xmlns:a16="http://schemas.microsoft.com/office/drawing/2014/main" xmlns="" id="{E67DD41B-4762-431D-9B49-5A0260AA1463}"/>
                </a:ext>
              </a:extLst>
            </p:cNvPr>
            <p:cNvSpPr/>
            <p:nvPr/>
          </p:nvSpPr>
          <p:spPr>
            <a:xfrm>
              <a:off x="2114129" y="2039771"/>
              <a:ext cx="4451241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Label">
              <a:extLst>
                <a:ext uri="{FF2B5EF4-FFF2-40B4-BE49-F238E27FC236}">
                  <a16:creationId xmlns:a16="http://schemas.microsoft.com/office/drawing/2014/main" xmlns="" id="{4EE33D56-775C-42C0-A95A-36AB853FA632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모델 이름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</p:grpSp>
      <p:grpSp>
        <p:nvGrpSpPr>
          <p:cNvPr id="93" name="Labeled Field">
            <a:extLst>
              <a:ext uri="{FF2B5EF4-FFF2-40B4-BE49-F238E27FC236}">
                <a16:creationId xmlns:a16="http://schemas.microsoft.com/office/drawing/2014/main" xmlns="" id="{866A2404-D852-459D-8C17-3AECB58595C0}"/>
              </a:ext>
            </a:extLst>
          </p:cNvPr>
          <p:cNvGrpSpPr/>
          <p:nvPr/>
        </p:nvGrpSpPr>
        <p:grpSpPr>
          <a:xfrm>
            <a:off x="5491438" y="2717456"/>
            <a:ext cx="3930218" cy="241121"/>
            <a:chOff x="959625" y="2039771"/>
            <a:chExt cx="5605745" cy="241121"/>
          </a:xfrm>
        </p:grpSpPr>
        <p:sp>
          <p:nvSpPr>
            <p:cNvPr id="94" name="Text Box">
              <a:extLst>
                <a:ext uri="{FF2B5EF4-FFF2-40B4-BE49-F238E27FC236}">
                  <a16:creationId xmlns:a16="http://schemas.microsoft.com/office/drawing/2014/main" xmlns="" id="{CA0683E2-180A-4FE1-8E71-E4EE7823EC97}"/>
                </a:ext>
              </a:extLst>
            </p:cNvPr>
            <p:cNvSpPr/>
            <p:nvPr/>
          </p:nvSpPr>
          <p:spPr>
            <a:xfrm>
              <a:off x="2114128" y="2039771"/>
              <a:ext cx="4451242" cy="241092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Label">
              <a:extLst>
                <a:ext uri="{FF2B5EF4-FFF2-40B4-BE49-F238E27FC236}">
                  <a16:creationId xmlns:a16="http://schemas.microsoft.com/office/drawing/2014/main" xmlns="" id="{11B0627F-DD8B-4454-B68D-51FBA749A1E2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모델 설명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</p:txBody>
        </p:sp>
      </p:grpSp>
      <p:grpSp>
        <p:nvGrpSpPr>
          <p:cNvPr id="96" name="Labeled Field">
            <a:extLst>
              <a:ext uri="{FF2B5EF4-FFF2-40B4-BE49-F238E27FC236}">
                <a16:creationId xmlns:a16="http://schemas.microsoft.com/office/drawing/2014/main" xmlns="" id="{CF0F1951-9E91-44DA-A6B4-41182B78E17F}"/>
              </a:ext>
            </a:extLst>
          </p:cNvPr>
          <p:cNvGrpSpPr/>
          <p:nvPr/>
        </p:nvGrpSpPr>
        <p:grpSpPr>
          <a:xfrm>
            <a:off x="5491437" y="3030993"/>
            <a:ext cx="2508669" cy="241121"/>
            <a:chOff x="959625" y="2039771"/>
            <a:chExt cx="2842240" cy="241121"/>
          </a:xfrm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xmlns="" id="{CDD916FA-9955-47F7-895E-D75F8819E67E}"/>
                </a:ext>
              </a:extLst>
            </p:cNvPr>
            <p:cNvSpPr/>
            <p:nvPr/>
          </p:nvSpPr>
          <p:spPr>
            <a:xfrm>
              <a:off x="211412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EC2 or SageMaker</a:t>
              </a:r>
            </a:p>
          </p:txBody>
        </p:sp>
        <p:sp>
          <p:nvSpPr>
            <p:cNvPr id="98" name="Label">
              <a:extLst>
                <a:ext uri="{FF2B5EF4-FFF2-40B4-BE49-F238E27FC236}">
                  <a16:creationId xmlns:a16="http://schemas.microsoft.com/office/drawing/2014/main" xmlns="" id="{9DDEF4DC-7FFC-40BD-A381-C7F281E30C78}"/>
                </a:ext>
              </a:extLst>
            </p:cNvPr>
            <p:cNvSpPr txBox="1"/>
            <p:nvPr/>
          </p:nvSpPr>
          <p:spPr>
            <a:xfrm>
              <a:off x="959625" y="2039800"/>
              <a:ext cx="1218763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샌드박스 종류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99" name="Label">
            <a:extLst>
              <a:ext uri="{FF2B5EF4-FFF2-40B4-BE49-F238E27FC236}">
                <a16:creationId xmlns:a16="http://schemas.microsoft.com/office/drawing/2014/main" xmlns="" id="{3B9F5088-48EA-4C6D-BAB8-25F91AF26C1E}"/>
              </a:ext>
            </a:extLst>
          </p:cNvPr>
          <p:cNvSpPr txBox="1"/>
          <p:nvPr/>
        </p:nvSpPr>
        <p:spPr>
          <a:xfrm>
            <a:off x="5510259" y="3346162"/>
            <a:ext cx="1075727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모델 </a:t>
            </a:r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0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33880B12-B6A7-4288-93B5-B924F0FD1EA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6643540" y="3374126"/>
            <a:ext cx="749160" cy="212366"/>
            <a:chOff x="593892" y="1585163"/>
            <a:chExt cx="749160" cy="212366"/>
          </a:xfrm>
        </p:grpSpPr>
        <p:sp>
          <p:nvSpPr>
            <p:cNvPr id="101" name="Circle">
              <a:extLst>
                <a:ext uri="{FF2B5EF4-FFF2-40B4-BE49-F238E27FC236}">
                  <a16:creationId xmlns:a16="http://schemas.microsoft.com/office/drawing/2014/main" xmlns="" id="{727AE2B4-8ED6-4BA9-B9D5-3026D8B42B1A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heck">
              <a:extLst>
                <a:ext uri="{FF2B5EF4-FFF2-40B4-BE49-F238E27FC236}">
                  <a16:creationId xmlns:a16="http://schemas.microsoft.com/office/drawing/2014/main" xmlns="" id="{70352510-FBDE-4B6A-91C8-5D63FAAAEB9C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Label">
              <a:extLst>
                <a:ext uri="{FF2B5EF4-FFF2-40B4-BE49-F238E27FC236}">
                  <a16:creationId xmlns:a16="http://schemas.microsoft.com/office/drawing/2014/main" xmlns="" id="{5F7DCA1E-7619-4B63-B37E-24F0C4131E53}"/>
                </a:ext>
              </a:extLst>
            </p:cNvPr>
            <p:cNvSpPr txBox="1"/>
            <p:nvPr/>
          </p:nvSpPr>
          <p:spPr>
            <a:xfrm>
              <a:off x="727242" y="1585163"/>
              <a:ext cx="615810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</a:t>
              </a:r>
            </a:p>
          </p:txBody>
        </p:sp>
      </p:grpSp>
      <p:grpSp>
        <p:nvGrpSpPr>
          <p:cNvPr id="10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CCE1C8D1-FFB8-45FE-8E58-B5F51974ECE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7846437" y="3374126"/>
            <a:ext cx="547181" cy="212366"/>
            <a:chOff x="593892" y="1585163"/>
            <a:chExt cx="547181" cy="212366"/>
          </a:xfrm>
        </p:grpSpPr>
        <p:sp>
          <p:nvSpPr>
            <p:cNvPr id="105" name="Circle">
              <a:extLst>
                <a:ext uri="{FF2B5EF4-FFF2-40B4-BE49-F238E27FC236}">
                  <a16:creationId xmlns:a16="http://schemas.microsoft.com/office/drawing/2014/main" xmlns="" id="{F5B20249-EA4A-4281-8DD0-2BCE2A56D4C5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6" name="Check" hidden="1">
              <a:extLst>
                <a:ext uri="{FF2B5EF4-FFF2-40B4-BE49-F238E27FC236}">
                  <a16:creationId xmlns:a16="http://schemas.microsoft.com/office/drawing/2014/main" xmlns="" id="{2758E854-4B72-4363-A2AB-8C7F50CD75A9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7" name="Label">
              <a:extLst>
                <a:ext uri="{FF2B5EF4-FFF2-40B4-BE49-F238E27FC236}">
                  <a16:creationId xmlns:a16="http://schemas.microsoft.com/office/drawing/2014/main" xmlns="" id="{908575BF-EF35-43A3-B79A-D129C48344B3}"/>
                </a:ext>
              </a:extLst>
            </p:cNvPr>
            <p:cNvSpPr txBox="1"/>
            <p:nvPr/>
          </p:nvSpPr>
          <p:spPr>
            <a:xfrm>
              <a:off x="727242" y="1585163"/>
              <a:ext cx="413831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Linux</a:t>
              </a:r>
            </a:p>
          </p:txBody>
        </p:sp>
      </p:grpSp>
      <p:sp>
        <p:nvSpPr>
          <p:cNvPr id="108" name="Label">
            <a:extLst>
              <a:ext uri="{FF2B5EF4-FFF2-40B4-BE49-F238E27FC236}">
                <a16:creationId xmlns:a16="http://schemas.microsoft.com/office/drawing/2014/main" xmlns="" id="{584A74F7-433F-4F91-9884-3A9E72552BF0}"/>
              </a:ext>
            </a:extLst>
          </p:cNvPr>
          <p:cNvSpPr txBox="1"/>
          <p:nvPr/>
        </p:nvSpPr>
        <p:spPr>
          <a:xfrm>
            <a:off x="5510259" y="3629092"/>
            <a:ext cx="1075727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모델 스펙 선택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09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44FE4AFE-5776-4E3E-8722-195AF848FA7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6502384" y="3616226"/>
            <a:ext cx="2866786" cy="241092"/>
            <a:chOff x="595684" y="1551576"/>
            <a:chExt cx="1368148" cy="241092"/>
          </a:xfrm>
          <a:solidFill>
            <a:srgbClr val="FFFFFF"/>
          </a:solidFill>
        </p:grpSpPr>
        <p:sp>
          <p:nvSpPr>
            <p:cNvPr id="110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56D5A674-6D80-473D-94BC-0F096AABA0D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5684" y="1551576"/>
              <a:ext cx="1368148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Type:EC2,</a:t>
              </a:r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c4.2xlarge, 8vcpu, 15GB, </a:t>
              </a:r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가격 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$0.822/</a:t>
              </a:r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시간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D9678B0-809D-4B75-9718-3EA6A7803D1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906029" y="1551576"/>
              <a:ext cx="57803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8395D88F-CA13-483F-99B7-DDD81615A8B9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923785" y="1654034"/>
              <a:ext cx="22290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3" name="Label">
            <a:extLst>
              <a:ext uri="{FF2B5EF4-FFF2-40B4-BE49-F238E27FC236}">
                <a16:creationId xmlns:a16="http://schemas.microsoft.com/office/drawing/2014/main" xmlns="" id="{E0F48433-4CAB-4AD0-9D8B-4DDC82543E87}"/>
              </a:ext>
            </a:extLst>
          </p:cNvPr>
          <p:cNvSpPr txBox="1"/>
          <p:nvPr/>
        </p:nvSpPr>
        <p:spPr>
          <a:xfrm>
            <a:off x="5510259" y="3918360"/>
            <a:ext cx="1075727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이미지 </a:t>
            </a:r>
            <a:r>
              <a:rPr lang="en-US" altLang="ko-KR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5360E7A8-DCA1-4070-AB1E-6377B0DD6C0F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643540" y="3946324"/>
            <a:ext cx="749160" cy="212366"/>
            <a:chOff x="593892" y="1585163"/>
            <a:chExt cx="749160" cy="212366"/>
          </a:xfrm>
        </p:grpSpPr>
        <p:sp>
          <p:nvSpPr>
            <p:cNvPr id="115" name="Circle">
              <a:extLst>
                <a:ext uri="{FF2B5EF4-FFF2-40B4-BE49-F238E27FC236}">
                  <a16:creationId xmlns:a16="http://schemas.microsoft.com/office/drawing/2014/main" xmlns="" id="{C83FFD5A-FEE4-4F0C-84B1-58AA612A1274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Check">
              <a:extLst>
                <a:ext uri="{FF2B5EF4-FFF2-40B4-BE49-F238E27FC236}">
                  <a16:creationId xmlns:a16="http://schemas.microsoft.com/office/drawing/2014/main" xmlns="" id="{C2D447D8-6F06-4A11-BF73-8A5AE7E451C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Label">
              <a:extLst>
                <a:ext uri="{FF2B5EF4-FFF2-40B4-BE49-F238E27FC236}">
                  <a16:creationId xmlns:a16="http://schemas.microsoft.com/office/drawing/2014/main" xmlns="" id="{98EC2C5E-E58D-46DF-91BC-604808854270}"/>
                </a:ext>
              </a:extLst>
            </p:cNvPr>
            <p:cNvSpPr txBox="1"/>
            <p:nvPr/>
          </p:nvSpPr>
          <p:spPr>
            <a:xfrm>
              <a:off x="727242" y="1585163"/>
              <a:ext cx="615810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Windows</a:t>
              </a:r>
            </a:p>
          </p:txBody>
        </p:sp>
      </p:grpSp>
      <p:grpSp>
        <p:nvGrpSpPr>
          <p:cNvPr id="11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xmlns="" id="{C4D1BD7F-1D67-402D-B606-A5FB4B82058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7846437" y="3946324"/>
            <a:ext cx="547181" cy="212366"/>
            <a:chOff x="593892" y="1585163"/>
            <a:chExt cx="547181" cy="212366"/>
          </a:xfrm>
        </p:grpSpPr>
        <p:sp>
          <p:nvSpPr>
            <p:cNvPr id="119" name="Circle">
              <a:extLst>
                <a:ext uri="{FF2B5EF4-FFF2-40B4-BE49-F238E27FC236}">
                  <a16:creationId xmlns:a16="http://schemas.microsoft.com/office/drawing/2014/main" xmlns="" id="{33AAB96B-ECE0-4B5F-993F-3449D67251B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0" name="Check" hidden="1">
              <a:extLst>
                <a:ext uri="{FF2B5EF4-FFF2-40B4-BE49-F238E27FC236}">
                  <a16:creationId xmlns:a16="http://schemas.microsoft.com/office/drawing/2014/main" xmlns="" id="{F1877A21-017B-459A-8DB7-563FC864D79D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Label">
              <a:extLst>
                <a:ext uri="{FF2B5EF4-FFF2-40B4-BE49-F238E27FC236}">
                  <a16:creationId xmlns:a16="http://schemas.microsoft.com/office/drawing/2014/main" xmlns="" id="{05BB0B8E-3C1E-4E9F-86E1-AC3B5655D13B}"/>
                </a:ext>
              </a:extLst>
            </p:cNvPr>
            <p:cNvSpPr txBox="1"/>
            <p:nvPr/>
          </p:nvSpPr>
          <p:spPr>
            <a:xfrm>
              <a:off x="727242" y="1585163"/>
              <a:ext cx="413831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Linux</a:t>
              </a:r>
            </a:p>
          </p:txBody>
        </p:sp>
      </p:grpSp>
      <p:sp>
        <p:nvSpPr>
          <p:cNvPr id="131" name="Label">
            <a:extLst>
              <a:ext uri="{FF2B5EF4-FFF2-40B4-BE49-F238E27FC236}">
                <a16:creationId xmlns:a16="http://schemas.microsoft.com/office/drawing/2014/main" xmlns="" id="{ACA4E199-D949-4103-9EF6-600E8AEDE2E7}"/>
              </a:ext>
            </a:extLst>
          </p:cNvPr>
          <p:cNvSpPr txBox="1"/>
          <p:nvPr/>
        </p:nvSpPr>
        <p:spPr>
          <a:xfrm>
            <a:off x="5510259" y="4231394"/>
            <a:ext cx="1075727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이미지선택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13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xmlns="" id="{B7FFBED9-3874-4279-83CE-4F493C1EEA5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6502384" y="4218528"/>
            <a:ext cx="2866786" cy="241092"/>
            <a:chOff x="595684" y="1551576"/>
            <a:chExt cx="1368148" cy="241092"/>
          </a:xfrm>
          <a:solidFill>
            <a:srgbClr val="FFFFFF"/>
          </a:solidFill>
        </p:grpSpPr>
        <p:sp>
          <p:nvSpPr>
            <p:cNvPr id="133" name="Text Box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F2FCDA00-10FA-4B1F-8892-F2512E6F60B3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95684" y="1551576"/>
              <a:ext cx="1310345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이미지 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 : 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test-ami-00faa67548,</a:t>
              </a:r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볼륨 </a:t>
              </a:r>
              <a:r>
                <a:rPr lang="en-US" altLang="ko-KR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128GB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4" name="Arrow Box" descr="&lt;SmartSettings&gt;&lt;SmartResize anchorLeft=&quot;Non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4CAD5645-1A82-429D-96A9-A910D0E33A0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906029" y="1551576"/>
              <a:ext cx="57803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A99D2E92-9F4C-4E91-9849-30CA28A727E1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1923785" y="1654034"/>
              <a:ext cx="22290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8" name="직사각형 77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038866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모델 생성 페이지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등록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0380167" y="4021502"/>
            <a:ext cx="161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모델 관리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 smtClean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사용자가 사용할 </a:t>
            </a:r>
            <a:r>
              <a:rPr lang="ko-KR" altLang="en-US" sz="800" dirty="0" err="1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샌드박스</a:t>
            </a:r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생성 모델을 등록합니다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2817341" y="2615352"/>
            <a:ext cx="2444130" cy="3282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직사각형 83"/>
          <p:cNvSpPr/>
          <p:nvPr/>
        </p:nvSpPr>
        <p:spPr>
          <a:xfrm>
            <a:off x="2835790" y="231911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458084" y="4620550"/>
            <a:ext cx="750093" cy="3282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직사각형 85"/>
          <p:cNvSpPr/>
          <p:nvPr/>
        </p:nvSpPr>
        <p:spPr>
          <a:xfrm>
            <a:off x="4732123" y="3044675"/>
            <a:ext cx="519772" cy="329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직사각형 86"/>
          <p:cNvSpPr/>
          <p:nvPr/>
        </p:nvSpPr>
        <p:spPr>
          <a:xfrm>
            <a:off x="5247601" y="3030993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219919" y="4570411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33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F9553EB-31DF-4A7F-BB2F-8D138A60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코드게시관리 </a:t>
            </a:r>
            <a:r>
              <a:rPr lang="en-US" altLang="ko-KR" dirty="0"/>
              <a:t>(WF0030)</a:t>
            </a:r>
            <a:endParaRPr lang="ko-KR" altLang="en-US" dirty="0"/>
          </a:p>
        </p:txBody>
      </p:sp>
      <p:grpSp>
        <p:nvGrpSpPr>
          <p:cNvPr id="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xmlns="" id="{D613C0AE-3E1E-421F-903C-59A698FAAA5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80699" y="1435952"/>
            <a:ext cx="6668462" cy="4352544"/>
            <a:chOff x="595684" y="1261242"/>
            <a:chExt cx="6668462" cy="4352544"/>
          </a:xfrm>
        </p:grpSpPr>
        <p:sp>
          <p:nvSpPr>
            <p:cNvPr id="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ECE47E5C-6DB6-417C-B14C-70C3260E0D1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5684" y="1796227"/>
              <a:ext cx="6668462" cy="381755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Title Bar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1730659C-2055-45E4-8DE7-DC5316641B8C}"/>
                </a:ext>
              </a:extLst>
            </p:cNvPr>
            <p:cNvSpPr/>
            <p:nvPr/>
          </p:nvSpPr>
          <p:spPr>
            <a:xfrm>
              <a:off x="595685" y="1261242"/>
              <a:ext cx="6668461" cy="5370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Browser</a:t>
              </a:r>
            </a:p>
          </p:txBody>
        </p:sp>
        <p:sp>
          <p:nvSpPr>
            <p:cNvPr id="6" name="Menu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E254B616-C5A6-422B-AACA-A7B1FAB8059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7026264" y="1568802"/>
              <a:ext cx="149225" cy="112713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Close Button" descr="&lt;Tags&gt;&lt;SMARTRESIZEANCHORS&gt;Absolute,None,None,Absolute&lt;/SMARTRESIZEANCHORS&gt;&lt;/Tags&gt;">
              <a:extLst>
                <a:ext uri="{FF2B5EF4-FFF2-40B4-BE49-F238E27FC236}">
                  <a16:creationId xmlns:a16="http://schemas.microsoft.com/office/drawing/2014/main" xmlns="" id="{E4DFB21D-CBCD-413B-AA1B-9429CA6F95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53262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Address Box" descr="&lt;Tags&gt;&lt;SMARTRESIZEANCHORS&gt;Absolute,None,Absolute,Absolute&lt;/SMARTRESIZEANCHORS&gt;&lt;/Tags&gt;">
              <a:extLst>
                <a:ext uri="{FF2B5EF4-FFF2-40B4-BE49-F238E27FC236}">
                  <a16:creationId xmlns:a16="http://schemas.microsoft.com/office/drawing/2014/main" xmlns="" id="{5B9FD860-4AE1-430C-9C99-C3D3F80610E6}"/>
                </a:ext>
              </a:extLst>
            </p:cNvPr>
            <p:cNvSpPr/>
            <p:nvPr/>
          </p:nvSpPr>
          <p:spPr>
            <a:xfrm>
              <a:off x="1498600" y="1506286"/>
              <a:ext cx="5439007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www.ldfddm.com</a:t>
              </a:r>
            </a:p>
          </p:txBody>
        </p:sp>
        <p:sp>
          <p:nvSpPr>
            <p:cNvPr id="9" name="Document Icon" descr="&lt;Tags&gt;&lt;SMARTRESIZEANCHORS&gt;Absolute,None,Absolute,None&lt;/SMARTRESIZEANCHORS&gt;&lt;/Tags&gt;">
              <a:extLst>
                <a:ext uri="{FF2B5EF4-FFF2-40B4-BE49-F238E27FC236}">
                  <a16:creationId xmlns:a16="http://schemas.microsoft.com/office/drawing/2014/main" xmlns="" id="{59068CAE-21B4-4E74-B0AC-64EAF680D01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574724" y="1558483"/>
              <a:ext cx="93663" cy="133350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" name="Navigation Buttons">
              <a:extLst>
                <a:ext uri="{FF2B5EF4-FFF2-40B4-BE49-F238E27FC236}">
                  <a16:creationId xmlns:a16="http://schemas.microsoft.com/office/drawing/2014/main" xmlns="" id="{51269EB7-D6B9-4C44-BE6D-9D4E9A7D4777}"/>
                </a:ext>
              </a:extLst>
            </p:cNvPr>
            <p:cNvGrpSpPr/>
            <p:nvPr/>
          </p:nvGrpSpPr>
          <p:grpSpPr>
            <a:xfrm>
              <a:off x="721598" y="1538639"/>
              <a:ext cx="641351" cy="173038"/>
              <a:chOff x="721598" y="1538639"/>
              <a:chExt cx="641351" cy="173038"/>
            </a:xfrm>
          </p:grpSpPr>
          <p:sp>
            <p:nvSpPr>
              <p:cNvPr id="11" name="Back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3BA4F1C9-EAB1-478F-B648-F772CAB69B9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21598" y="1564833"/>
                <a:ext cx="152400" cy="120650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" name="Forwar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7BB3AF4D-CF43-43B4-9BBA-9719CCF14BB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62898" y="1564833"/>
                <a:ext cx="152400" cy="120650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Reload Button" descr="&lt;Tags&gt;&lt;SMARTRESIZEANCHORS&gt;Absolute,None,Absolute,None&lt;/SMARTRESIZEANCHORS&gt;&lt;/Tags&gt;">
                <a:extLst>
                  <a:ext uri="{FF2B5EF4-FFF2-40B4-BE49-F238E27FC236}">
                    <a16:creationId xmlns:a16="http://schemas.microsoft.com/office/drawing/2014/main" xmlns="" id="{5631A6E7-7891-47D3-8320-E8B4DA6E3C6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204199" y="1538639"/>
                <a:ext cx="158750" cy="173038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F5F4045-9AEF-416F-8665-13A14D54E7B6}"/>
              </a:ext>
            </a:extLst>
          </p:cNvPr>
          <p:cNvSpPr txBox="1"/>
          <p:nvPr/>
        </p:nvSpPr>
        <p:spPr>
          <a:xfrm>
            <a:off x="314233" y="2090668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코드 공유 관리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xmlns="" id="{0EC84632-0BEB-455B-86E8-CB15B0D87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916296"/>
              </p:ext>
            </p:extLst>
          </p:nvPr>
        </p:nvGraphicFramePr>
        <p:xfrm>
          <a:off x="307504" y="2849372"/>
          <a:ext cx="6453000" cy="126796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607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49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38502">
                  <a:extLst>
                    <a:ext uri="{9D8B030D-6E8A-4147-A177-3AD203B41FA5}">
                      <a16:colId xmlns:a16="http://schemas.microsoft.com/office/drawing/2014/main" xmlns="" val="3528997378"/>
                    </a:ext>
                  </a:extLst>
                </a:gridCol>
                <a:gridCol w="15117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7009">
                  <a:extLst>
                    <a:ext uri="{9D8B030D-6E8A-4147-A177-3AD203B41FA5}">
                      <a16:colId xmlns:a16="http://schemas.microsoft.com/office/drawing/2014/main" xmlns="" val="3676956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#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제목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작성자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공유일자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DDM </a:t>
                      </a:r>
                      <a:r>
                        <a:rPr lang="ko-KR" altLang="en-US" sz="1000" u="sng" dirty="0" err="1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분석포털</a:t>
                      </a:r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정기점검 안내 </a:t>
                      </a:r>
                      <a:r>
                        <a:rPr lang="en-US" altLang="ko-KR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(2022. 02.27 23:00)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XXX</a:t>
                      </a:r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2022.02. 20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데이터 다운로드 신청 시 주의사항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YYY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19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u="sng" dirty="0">
                          <a:solidFill>
                            <a:srgbClr val="5F5F5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업무 지원 요청 시 주의사항</a:t>
                      </a:r>
                      <a:endParaRPr lang="en-US" sz="1000" u="sng" dirty="0">
                        <a:solidFill>
                          <a:srgbClr val="5F5F5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ZZZ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F5F5F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맑은 고딕" panose="020B0503020000020004" pitchFamily="50" charset="-127"/>
                          <a:cs typeface="Segoe UI" panose="020B0502040204020203" pitchFamily="34" charset="0"/>
                        </a:rPr>
                        <a:t>2022.02. 18 13:00</a:t>
                      </a: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F5F5F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맑은 고딕" panose="020B0503020000020004" pitchFamily="50" charset="-127"/>
                        <a:cs typeface="Segoe UI" panose="020B0502040204020203" pitchFamily="34" charset="0"/>
                      </a:endParaRPr>
                    </a:p>
                  </a:txBody>
                  <a:tcPr marL="82296" marR="82296" marT="82296" marB="82296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pSp>
        <p:nvGrpSpPr>
          <p:cNvPr id="1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657DB7A5-A997-4E8A-86E4-6CBCC1EC525B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138550" y="2530407"/>
            <a:ext cx="1035146" cy="241092"/>
            <a:chOff x="928688" y="1261242"/>
            <a:chExt cx="1035146" cy="241092"/>
          </a:xfrm>
        </p:grpSpPr>
        <p:sp>
          <p:nvSpPr>
            <p:cNvPr id="17" name="Text Box">
              <a:extLst>
                <a:ext uri="{FF2B5EF4-FFF2-40B4-BE49-F238E27FC236}">
                  <a16:creationId xmlns:a16="http://schemas.microsoft.com/office/drawing/2014/main" xmlns="" id="{48B1804F-8F74-4069-9B84-7CCE26DAA75E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18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C4D475CB-DB51-4726-BEA9-D1E2C4AA53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7AD39700-59F3-4FDC-BEAF-D5FFE86C3D2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249800" y="2530407"/>
            <a:ext cx="1035146" cy="241092"/>
            <a:chOff x="928688" y="1261242"/>
            <a:chExt cx="1035146" cy="241092"/>
          </a:xfrm>
        </p:grpSpPr>
        <p:sp>
          <p:nvSpPr>
            <p:cNvPr id="20" name="Text Box">
              <a:extLst>
                <a:ext uri="{FF2B5EF4-FFF2-40B4-BE49-F238E27FC236}">
                  <a16:creationId xmlns:a16="http://schemas.microsoft.com/office/drawing/2014/main" xmlns="" id="{551D3CD1-E198-47D7-AA57-5F4CF7A1AA77}"/>
                </a:ext>
              </a:extLst>
            </p:cNvPr>
            <p:cNvSpPr/>
            <p:nvPr/>
          </p:nvSpPr>
          <p:spPr>
            <a:xfrm>
              <a:off x="928688" y="1261242"/>
              <a:ext cx="1035146" cy="24109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2022/02/28</a:t>
              </a:r>
            </a:p>
          </p:txBody>
        </p:sp>
        <p:sp>
          <p:nvSpPr>
            <p:cNvPr id="21" name="Date Picker Icon" descr="&lt;Tags&gt;&lt;SMARTRESIZEANCHORS&gt;None,None,None,Absolute&lt;/SMARTRESIZEANCHORS&gt;&lt;/Tags&gt;">
              <a:extLst>
                <a:ext uri="{FF2B5EF4-FFF2-40B4-BE49-F238E27FC236}">
                  <a16:creationId xmlns:a16="http://schemas.microsoft.com/office/drawing/2014/main" xmlns="" id="{D6CFF54B-29C0-4147-A923-3FCF248D56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6436" y="1304729"/>
              <a:ext cx="151264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Search Box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4EBDFDE5-C16E-4D10-AFA5-2A9DCC0C46C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448440" y="2533749"/>
            <a:ext cx="1443224" cy="241092"/>
            <a:chOff x="595686" y="1261242"/>
            <a:chExt cx="1443224" cy="241092"/>
          </a:xfrm>
          <a:solidFill>
            <a:srgbClr val="FFFFFF"/>
          </a:solidFill>
        </p:grpSpPr>
        <p:sp>
          <p:nvSpPr>
            <p:cNvPr id="23" name="Text Box">
              <a:extLst>
                <a:ext uri="{FF2B5EF4-FFF2-40B4-BE49-F238E27FC236}">
                  <a16:creationId xmlns:a16="http://schemas.microsoft.com/office/drawing/2014/main" xmlns="" id="{66A095D3-84DE-4C5E-98FE-B4B96FA9636C}"/>
                </a:ext>
              </a:extLst>
            </p:cNvPr>
            <p:cNvSpPr/>
            <p:nvPr/>
          </p:nvSpPr>
          <p:spPr>
            <a:xfrm>
              <a:off x="595686" y="1261242"/>
              <a:ext cx="1443224" cy="241092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Search…</a:t>
              </a:r>
            </a:p>
          </p:txBody>
        </p:sp>
        <p:sp>
          <p:nvSpPr>
            <p:cNvPr id="24" name="Search Icon" descr="&lt;Tags&gt;&lt;SMARTRESIZEANCHORS&gt;None,None,Absolute,None&lt;/SMARTRESIZEANCHORS&gt;&lt;/Tags&gt;">
              <a:extLst>
                <a:ext uri="{FF2B5EF4-FFF2-40B4-BE49-F238E27FC236}">
                  <a16:creationId xmlns:a16="http://schemas.microsoft.com/office/drawing/2014/main" xmlns="" id="{37177B96-D7D0-4ACB-A799-7F17EF2866B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67906" y="1313395"/>
              <a:ext cx="135690" cy="136786"/>
            </a:xfrm>
            <a:custGeom>
              <a:avLst/>
              <a:gdLst>
                <a:gd name="T0" fmla="*/ 339 w 537"/>
                <a:gd name="T1" fmla="*/ 338 h 536"/>
                <a:gd name="T2" fmla="*/ 537 w 537"/>
                <a:gd name="T3" fmla="*/ 536 h 536"/>
                <a:gd name="T4" fmla="*/ 392 w 537"/>
                <a:gd name="T5" fmla="*/ 196 h 536"/>
                <a:gd name="T6" fmla="*/ 196 w 537"/>
                <a:gd name="T7" fmla="*/ 392 h 536"/>
                <a:gd name="T8" fmla="*/ 0 w 537"/>
                <a:gd name="T9" fmla="*/ 196 h 536"/>
                <a:gd name="T10" fmla="*/ 196 w 537"/>
                <a:gd name="T11" fmla="*/ 0 h 536"/>
                <a:gd name="T12" fmla="*/ 392 w 537"/>
                <a:gd name="T13" fmla="*/ 19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7" h="536">
                  <a:moveTo>
                    <a:pt x="339" y="338"/>
                  </a:moveTo>
                  <a:lnTo>
                    <a:pt x="537" y="536"/>
                  </a:lnTo>
                  <a:moveTo>
                    <a:pt x="392" y="196"/>
                  </a:moveTo>
                  <a:cubicBezTo>
                    <a:pt x="392" y="304"/>
                    <a:pt x="305" y="392"/>
                    <a:pt x="196" y="392"/>
                  </a:cubicBezTo>
                  <a:cubicBezTo>
                    <a:pt x="88" y="392"/>
                    <a:pt x="0" y="304"/>
                    <a:pt x="0" y="196"/>
                  </a:cubicBezTo>
                  <a:cubicBezTo>
                    <a:pt x="0" y="87"/>
                    <a:pt x="88" y="0"/>
                    <a:pt x="196" y="0"/>
                  </a:cubicBezTo>
                  <a:cubicBezTo>
                    <a:pt x="305" y="0"/>
                    <a:pt x="392" y="87"/>
                    <a:pt x="392" y="196"/>
                  </a:cubicBezTo>
                  <a:close/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5" name="Button">
            <a:extLst>
              <a:ext uri="{FF2B5EF4-FFF2-40B4-BE49-F238E27FC236}">
                <a16:creationId xmlns:a16="http://schemas.microsoft.com/office/drawing/2014/main" xmlns="" id="{E383CBBF-6FF2-4551-800C-AEEBFD9ED2B8}"/>
              </a:ext>
            </a:extLst>
          </p:cNvPr>
          <p:cNvSpPr>
            <a:spLocks/>
          </p:cNvSpPr>
          <p:nvPr/>
        </p:nvSpPr>
        <p:spPr bwMode="auto">
          <a:xfrm>
            <a:off x="6033309" y="2529504"/>
            <a:ext cx="652582" cy="241995"/>
          </a:xfrm>
          <a:prstGeom prst="roundRect">
            <a:avLst>
              <a:gd name="adj" fmla="val 8776"/>
            </a:avLst>
          </a:prstGeom>
          <a:solidFill>
            <a:schemeClr val="accent2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코드등록</a:t>
            </a:r>
            <a:endParaRPr lang="en-US" sz="9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xmlns="" id="{5D7EE32A-30CF-4B50-9B15-53496F2B3921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975074" y="1429075"/>
            <a:ext cx="3042137" cy="4352544"/>
            <a:chOff x="595684" y="1261242"/>
            <a:chExt cx="6668462" cy="4352544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xmlns="" id="{1EDEF18E-39DE-4180-AA55-A0C884EEE02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95684" y="1498987"/>
              <a:ext cx="6668462" cy="411479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0D9D55D9-6C5D-4556-B487-6BF208C3341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5686" y="1261242"/>
              <a:ext cx="6668460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Window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D606C80B-7149-4C73-97B6-F8D0CD5997DD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6875724" y="1332489"/>
              <a:ext cx="181286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BDE76550-0209-4443-8A42-691DFBD8C901}"/>
              </a:ext>
            </a:extLst>
          </p:cNvPr>
          <p:cNvSpPr txBox="1"/>
          <p:nvPr/>
        </p:nvSpPr>
        <p:spPr>
          <a:xfrm>
            <a:off x="7130670" y="1827885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코드 등록</a:t>
            </a:r>
          </a:p>
        </p:txBody>
      </p:sp>
      <p:sp>
        <p:nvSpPr>
          <p:cNvPr id="31" name="Pagination">
            <a:extLst>
              <a:ext uri="{FF2B5EF4-FFF2-40B4-BE49-F238E27FC236}">
                <a16:creationId xmlns:a16="http://schemas.microsoft.com/office/drawing/2014/main" xmlns="" id="{6535D6B8-C1AA-4D0C-907C-7B5F9FC2DCA1}"/>
              </a:ext>
            </a:extLst>
          </p:cNvPr>
          <p:cNvSpPr txBox="1"/>
          <p:nvPr/>
        </p:nvSpPr>
        <p:spPr>
          <a:xfrm>
            <a:off x="2711447" y="4134111"/>
            <a:ext cx="1596847" cy="212366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&lt;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  <a:r>
              <a:rPr lang="en-US" sz="900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r>
              <a:rPr lang="en-US" sz="900" u="sng" dirty="0">
                <a:solidFill>
                  <a:srgbClr val="5B9BD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</p:txBody>
      </p:sp>
      <p:grpSp>
        <p:nvGrpSpPr>
          <p:cNvPr id="32" name="Labeled Field">
            <a:extLst>
              <a:ext uri="{FF2B5EF4-FFF2-40B4-BE49-F238E27FC236}">
                <a16:creationId xmlns:a16="http://schemas.microsoft.com/office/drawing/2014/main" xmlns="" id="{4418D8E4-479B-494C-A52B-4893A803C960}"/>
              </a:ext>
            </a:extLst>
          </p:cNvPr>
          <p:cNvGrpSpPr/>
          <p:nvPr/>
        </p:nvGrpSpPr>
        <p:grpSpPr>
          <a:xfrm>
            <a:off x="7084397" y="2274164"/>
            <a:ext cx="2393069" cy="241121"/>
            <a:chOff x="959626" y="2039771"/>
            <a:chExt cx="2711269" cy="241121"/>
          </a:xfrm>
        </p:grpSpPr>
        <p:sp>
          <p:nvSpPr>
            <p:cNvPr id="33" name="Text Box">
              <a:extLst>
                <a:ext uri="{FF2B5EF4-FFF2-40B4-BE49-F238E27FC236}">
                  <a16:creationId xmlns:a16="http://schemas.microsoft.com/office/drawing/2014/main" xmlns="" id="{036388AF-5B58-4A31-A4A9-3546721B29B8}"/>
                </a:ext>
              </a:extLst>
            </p:cNvPr>
            <p:cNvSpPr/>
            <p:nvPr/>
          </p:nvSpPr>
          <p:spPr>
            <a:xfrm>
              <a:off x="1983159" y="2039771"/>
              <a:ext cx="1687736" cy="2410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Label">
              <a:extLst>
                <a:ext uri="{FF2B5EF4-FFF2-40B4-BE49-F238E27FC236}">
                  <a16:creationId xmlns:a16="http://schemas.microsoft.com/office/drawing/2014/main" xmlns="" id="{FFCC3714-EF5D-4779-AB8B-6089958439D5}"/>
                </a:ext>
              </a:extLst>
            </p:cNvPr>
            <p:cNvSpPr txBox="1"/>
            <p:nvPr/>
          </p:nvSpPr>
          <p:spPr>
            <a:xfrm>
              <a:off x="959626" y="2039800"/>
              <a:ext cx="765088" cy="241092"/>
            </a:xfrm>
            <a:prstGeom prst="rect">
              <a:avLst/>
            </a:prstGeom>
            <a:noFill/>
          </p:spPr>
          <p:txBody>
            <a:bodyPr wrap="square" lIns="73152" tIns="50800" rIns="73152" bIns="5080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작성자</a:t>
              </a:r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</a:t>
              </a:r>
            </a:p>
          </p:txBody>
        </p:sp>
      </p:grpSp>
      <p:sp>
        <p:nvSpPr>
          <p:cNvPr id="35" name="Label">
            <a:extLst>
              <a:ext uri="{FF2B5EF4-FFF2-40B4-BE49-F238E27FC236}">
                <a16:creationId xmlns:a16="http://schemas.microsoft.com/office/drawing/2014/main" xmlns="" id="{9D1A5E2D-5293-4C36-935A-BC8036E91BB8}"/>
              </a:ext>
            </a:extLst>
          </p:cNvPr>
          <p:cNvSpPr txBox="1"/>
          <p:nvPr/>
        </p:nvSpPr>
        <p:spPr>
          <a:xfrm>
            <a:off x="7084394" y="2586739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작성일자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grpSp>
        <p:nvGrpSpPr>
          <p:cNvPr id="36" name="Date Field" descr="&lt;SmartSettings&gt;&lt;SmartResize enabled=&quot;True&quot; minWidth=&quot;20&quot; minHeight=&quot;13&quot; /&gt;&lt;/SmartSettings&gt;">
            <a:extLst>
              <a:ext uri="{FF2B5EF4-FFF2-40B4-BE49-F238E27FC236}">
                <a16:creationId xmlns:a16="http://schemas.microsoft.com/office/drawing/2014/main" xmlns="" id="{F643B6D8-F6AD-4CB3-9D67-DC6EDC081EFD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7987806" y="2586768"/>
            <a:ext cx="1261544" cy="241092"/>
            <a:chOff x="928687" y="1261242"/>
            <a:chExt cx="1489659" cy="241092"/>
          </a:xfrm>
        </p:grpSpPr>
        <p:sp>
          <p:nvSpPr>
            <p:cNvPr id="37" name="Text Box">
              <a:extLst>
                <a:ext uri="{FF2B5EF4-FFF2-40B4-BE49-F238E27FC236}">
                  <a16:creationId xmlns:a16="http://schemas.microsoft.com/office/drawing/2014/main" xmlns="" id="{1A564F98-0813-456E-B414-870CC66E8E39}"/>
                </a:ext>
              </a:extLst>
            </p:cNvPr>
            <p:cNvSpPr/>
            <p:nvPr/>
          </p:nvSpPr>
          <p:spPr>
            <a:xfrm>
              <a:off x="928687" y="1261242"/>
              <a:ext cx="1489659" cy="241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2860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2022/01/01</a:t>
              </a:r>
            </a:p>
          </p:txBody>
        </p:sp>
        <p:sp>
          <p:nvSpPr>
            <p:cNvPr id="38" name="Date Picker Ico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xmlns="" id="{E572C337-F7A1-4F65-9D1A-451B9247030B}"/>
                </a:ext>
              </a:extLst>
            </p:cNvPr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150425" y="1304729"/>
              <a:ext cx="178616" cy="154118"/>
            </a:xfrm>
            <a:custGeom>
              <a:avLst/>
              <a:gdLst>
                <a:gd name="T0" fmla="*/ 115 w 450"/>
                <a:gd name="T1" fmla="*/ 79 h 445"/>
                <a:gd name="T2" fmla="*/ 132 w 450"/>
                <a:gd name="T3" fmla="*/ 0 h 445"/>
                <a:gd name="T4" fmla="*/ 318 w 450"/>
                <a:gd name="T5" fmla="*/ 0 h 445"/>
                <a:gd name="T6" fmla="*/ 336 w 450"/>
                <a:gd name="T7" fmla="*/ 79 h 445"/>
                <a:gd name="T8" fmla="*/ 318 w 450"/>
                <a:gd name="T9" fmla="*/ 0 h 445"/>
                <a:gd name="T10" fmla="*/ 0 w 450"/>
                <a:gd name="T11" fmla="*/ 445 h 445"/>
                <a:gd name="T12" fmla="*/ 450 w 450"/>
                <a:gd name="T13" fmla="*/ 39 h 445"/>
                <a:gd name="T14" fmla="*/ 360 w 450"/>
                <a:gd name="T15" fmla="*/ 57 h 445"/>
                <a:gd name="T16" fmla="*/ 432 w 450"/>
                <a:gd name="T17" fmla="*/ 427 h 445"/>
                <a:gd name="T18" fmla="*/ 18 w 450"/>
                <a:gd name="T19" fmla="*/ 57 h 445"/>
                <a:gd name="T20" fmla="*/ 88 w 450"/>
                <a:gd name="T21" fmla="*/ 39 h 445"/>
                <a:gd name="T22" fmla="*/ 156 w 450"/>
                <a:gd name="T23" fmla="*/ 39 h 445"/>
                <a:gd name="T24" fmla="*/ 295 w 450"/>
                <a:gd name="T25" fmla="*/ 57 h 445"/>
                <a:gd name="T26" fmla="*/ 156 w 450"/>
                <a:gd name="T27" fmla="*/ 39 h 445"/>
                <a:gd name="T28" fmla="*/ 45 w 450"/>
                <a:gd name="T29" fmla="*/ 142 h 445"/>
                <a:gd name="T30" fmla="*/ 405 w 450"/>
                <a:gd name="T31" fmla="*/ 124 h 445"/>
                <a:gd name="T32" fmla="*/ 169 w 450"/>
                <a:gd name="T33" fmla="*/ 212 h 445"/>
                <a:gd name="T34" fmla="*/ 147 w 450"/>
                <a:gd name="T35" fmla="*/ 227 h 445"/>
                <a:gd name="T36" fmla="*/ 122 w 450"/>
                <a:gd name="T37" fmla="*/ 238 h 445"/>
                <a:gd name="T38" fmla="*/ 132 w 450"/>
                <a:gd name="T39" fmla="*/ 253 h 445"/>
                <a:gd name="T40" fmla="*/ 153 w 450"/>
                <a:gd name="T41" fmla="*/ 242 h 445"/>
                <a:gd name="T42" fmla="*/ 158 w 450"/>
                <a:gd name="T43" fmla="*/ 374 h 445"/>
                <a:gd name="T44" fmla="*/ 176 w 450"/>
                <a:gd name="T45" fmla="*/ 212 h 445"/>
                <a:gd name="T46" fmla="*/ 277 w 450"/>
                <a:gd name="T47" fmla="*/ 213 h 445"/>
                <a:gd name="T48" fmla="*/ 236 w 450"/>
                <a:gd name="T49" fmla="*/ 228 h 445"/>
                <a:gd name="T50" fmla="*/ 245 w 450"/>
                <a:gd name="T51" fmla="*/ 240 h 445"/>
                <a:gd name="T52" fmla="*/ 264 w 450"/>
                <a:gd name="T53" fmla="*/ 230 h 445"/>
                <a:gd name="T54" fmla="*/ 286 w 450"/>
                <a:gd name="T55" fmla="*/ 230 h 445"/>
                <a:gd name="T56" fmla="*/ 302 w 450"/>
                <a:gd name="T57" fmla="*/ 245 h 445"/>
                <a:gd name="T58" fmla="*/ 303 w 450"/>
                <a:gd name="T59" fmla="*/ 269 h 445"/>
                <a:gd name="T60" fmla="*/ 288 w 450"/>
                <a:gd name="T61" fmla="*/ 292 h 445"/>
                <a:gd name="T62" fmla="*/ 253 w 450"/>
                <a:gd name="T63" fmla="*/ 320 h 445"/>
                <a:gd name="T64" fmla="*/ 233 w 450"/>
                <a:gd name="T65" fmla="*/ 348 h 445"/>
                <a:gd name="T66" fmla="*/ 230 w 450"/>
                <a:gd name="T67" fmla="*/ 374 h 445"/>
                <a:gd name="T68" fmla="*/ 328 w 450"/>
                <a:gd name="T69" fmla="*/ 358 h 445"/>
                <a:gd name="T70" fmla="*/ 251 w 450"/>
                <a:gd name="T71" fmla="*/ 346 h 445"/>
                <a:gd name="T72" fmla="*/ 268 w 450"/>
                <a:gd name="T73" fmla="*/ 326 h 445"/>
                <a:gd name="T74" fmla="*/ 303 w 450"/>
                <a:gd name="T75" fmla="*/ 299 h 445"/>
                <a:gd name="T76" fmla="*/ 320 w 450"/>
                <a:gd name="T77" fmla="*/ 273 h 445"/>
                <a:gd name="T78" fmla="*/ 318 w 450"/>
                <a:gd name="T79" fmla="*/ 238 h 445"/>
                <a:gd name="T80" fmla="*/ 295 w 450"/>
                <a:gd name="T81" fmla="*/ 216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50" h="445">
                  <a:moveTo>
                    <a:pt x="115" y="0"/>
                  </a:moveTo>
                  <a:lnTo>
                    <a:pt x="115" y="79"/>
                  </a:lnTo>
                  <a:lnTo>
                    <a:pt x="132" y="79"/>
                  </a:lnTo>
                  <a:lnTo>
                    <a:pt x="132" y="0"/>
                  </a:lnTo>
                  <a:lnTo>
                    <a:pt x="115" y="0"/>
                  </a:lnTo>
                  <a:close/>
                  <a:moveTo>
                    <a:pt x="318" y="0"/>
                  </a:moveTo>
                  <a:lnTo>
                    <a:pt x="318" y="79"/>
                  </a:lnTo>
                  <a:lnTo>
                    <a:pt x="336" y="79"/>
                  </a:lnTo>
                  <a:lnTo>
                    <a:pt x="336" y="0"/>
                  </a:lnTo>
                  <a:lnTo>
                    <a:pt x="318" y="0"/>
                  </a:lnTo>
                  <a:close/>
                  <a:moveTo>
                    <a:pt x="0" y="39"/>
                  </a:moveTo>
                  <a:lnTo>
                    <a:pt x="0" y="445"/>
                  </a:lnTo>
                  <a:lnTo>
                    <a:pt x="450" y="445"/>
                  </a:lnTo>
                  <a:lnTo>
                    <a:pt x="450" y="39"/>
                  </a:lnTo>
                  <a:lnTo>
                    <a:pt x="360" y="39"/>
                  </a:lnTo>
                  <a:lnTo>
                    <a:pt x="360" y="57"/>
                  </a:lnTo>
                  <a:lnTo>
                    <a:pt x="432" y="57"/>
                  </a:lnTo>
                  <a:lnTo>
                    <a:pt x="432" y="427"/>
                  </a:lnTo>
                  <a:lnTo>
                    <a:pt x="18" y="427"/>
                  </a:lnTo>
                  <a:lnTo>
                    <a:pt x="18" y="57"/>
                  </a:lnTo>
                  <a:lnTo>
                    <a:pt x="88" y="57"/>
                  </a:lnTo>
                  <a:lnTo>
                    <a:pt x="88" y="39"/>
                  </a:lnTo>
                  <a:lnTo>
                    <a:pt x="0" y="39"/>
                  </a:lnTo>
                  <a:close/>
                  <a:moveTo>
                    <a:pt x="156" y="39"/>
                  </a:moveTo>
                  <a:lnTo>
                    <a:pt x="156" y="57"/>
                  </a:lnTo>
                  <a:lnTo>
                    <a:pt x="295" y="57"/>
                  </a:lnTo>
                  <a:lnTo>
                    <a:pt x="295" y="39"/>
                  </a:lnTo>
                  <a:lnTo>
                    <a:pt x="156" y="39"/>
                  </a:lnTo>
                  <a:close/>
                  <a:moveTo>
                    <a:pt x="45" y="124"/>
                  </a:moveTo>
                  <a:lnTo>
                    <a:pt x="45" y="142"/>
                  </a:lnTo>
                  <a:lnTo>
                    <a:pt x="405" y="142"/>
                  </a:lnTo>
                  <a:lnTo>
                    <a:pt x="405" y="124"/>
                  </a:lnTo>
                  <a:lnTo>
                    <a:pt x="45" y="124"/>
                  </a:lnTo>
                  <a:close/>
                  <a:moveTo>
                    <a:pt x="169" y="212"/>
                  </a:moveTo>
                  <a:cubicBezTo>
                    <a:pt x="167" y="215"/>
                    <a:pt x="163" y="217"/>
                    <a:pt x="160" y="219"/>
                  </a:cubicBezTo>
                  <a:cubicBezTo>
                    <a:pt x="156" y="222"/>
                    <a:pt x="152" y="225"/>
                    <a:pt x="147" y="227"/>
                  </a:cubicBezTo>
                  <a:cubicBezTo>
                    <a:pt x="143" y="229"/>
                    <a:pt x="139" y="231"/>
                    <a:pt x="134" y="233"/>
                  </a:cubicBezTo>
                  <a:cubicBezTo>
                    <a:pt x="130" y="235"/>
                    <a:pt x="126" y="237"/>
                    <a:pt x="122" y="238"/>
                  </a:cubicBezTo>
                  <a:lnTo>
                    <a:pt x="122" y="256"/>
                  </a:lnTo>
                  <a:cubicBezTo>
                    <a:pt x="125" y="255"/>
                    <a:pt x="129" y="254"/>
                    <a:pt x="132" y="253"/>
                  </a:cubicBezTo>
                  <a:cubicBezTo>
                    <a:pt x="136" y="251"/>
                    <a:pt x="140" y="249"/>
                    <a:pt x="143" y="247"/>
                  </a:cubicBezTo>
                  <a:cubicBezTo>
                    <a:pt x="146" y="246"/>
                    <a:pt x="150" y="244"/>
                    <a:pt x="153" y="242"/>
                  </a:cubicBezTo>
                  <a:cubicBezTo>
                    <a:pt x="155" y="240"/>
                    <a:pt x="156" y="238"/>
                    <a:pt x="158" y="237"/>
                  </a:cubicBezTo>
                  <a:lnTo>
                    <a:pt x="158" y="374"/>
                  </a:lnTo>
                  <a:lnTo>
                    <a:pt x="176" y="374"/>
                  </a:lnTo>
                  <a:lnTo>
                    <a:pt x="176" y="212"/>
                  </a:lnTo>
                  <a:lnTo>
                    <a:pt x="169" y="212"/>
                  </a:lnTo>
                  <a:close/>
                  <a:moveTo>
                    <a:pt x="277" y="213"/>
                  </a:moveTo>
                  <a:cubicBezTo>
                    <a:pt x="268" y="213"/>
                    <a:pt x="260" y="214"/>
                    <a:pt x="254" y="217"/>
                  </a:cubicBezTo>
                  <a:cubicBezTo>
                    <a:pt x="248" y="219"/>
                    <a:pt x="241" y="223"/>
                    <a:pt x="236" y="228"/>
                  </a:cubicBezTo>
                  <a:lnTo>
                    <a:pt x="236" y="247"/>
                  </a:lnTo>
                  <a:cubicBezTo>
                    <a:pt x="239" y="245"/>
                    <a:pt x="242" y="242"/>
                    <a:pt x="245" y="240"/>
                  </a:cubicBezTo>
                  <a:cubicBezTo>
                    <a:pt x="248" y="237"/>
                    <a:pt x="251" y="235"/>
                    <a:pt x="254" y="233"/>
                  </a:cubicBezTo>
                  <a:cubicBezTo>
                    <a:pt x="257" y="232"/>
                    <a:pt x="260" y="231"/>
                    <a:pt x="264" y="230"/>
                  </a:cubicBezTo>
                  <a:cubicBezTo>
                    <a:pt x="267" y="229"/>
                    <a:pt x="271" y="228"/>
                    <a:pt x="274" y="228"/>
                  </a:cubicBezTo>
                  <a:cubicBezTo>
                    <a:pt x="278" y="228"/>
                    <a:pt x="282" y="229"/>
                    <a:pt x="286" y="230"/>
                  </a:cubicBezTo>
                  <a:cubicBezTo>
                    <a:pt x="289" y="231"/>
                    <a:pt x="293" y="233"/>
                    <a:pt x="295" y="235"/>
                  </a:cubicBezTo>
                  <a:cubicBezTo>
                    <a:pt x="298" y="237"/>
                    <a:pt x="300" y="241"/>
                    <a:pt x="302" y="245"/>
                  </a:cubicBezTo>
                  <a:cubicBezTo>
                    <a:pt x="303" y="248"/>
                    <a:pt x="303" y="252"/>
                    <a:pt x="303" y="257"/>
                  </a:cubicBezTo>
                  <a:cubicBezTo>
                    <a:pt x="303" y="261"/>
                    <a:pt x="304" y="266"/>
                    <a:pt x="303" y="269"/>
                  </a:cubicBezTo>
                  <a:cubicBezTo>
                    <a:pt x="302" y="273"/>
                    <a:pt x="300" y="277"/>
                    <a:pt x="297" y="281"/>
                  </a:cubicBezTo>
                  <a:cubicBezTo>
                    <a:pt x="295" y="285"/>
                    <a:pt x="291" y="289"/>
                    <a:pt x="288" y="292"/>
                  </a:cubicBezTo>
                  <a:cubicBezTo>
                    <a:pt x="284" y="296"/>
                    <a:pt x="279" y="300"/>
                    <a:pt x="273" y="304"/>
                  </a:cubicBezTo>
                  <a:cubicBezTo>
                    <a:pt x="265" y="310"/>
                    <a:pt x="259" y="315"/>
                    <a:pt x="253" y="320"/>
                  </a:cubicBezTo>
                  <a:cubicBezTo>
                    <a:pt x="248" y="324"/>
                    <a:pt x="243" y="329"/>
                    <a:pt x="240" y="334"/>
                  </a:cubicBezTo>
                  <a:cubicBezTo>
                    <a:pt x="237" y="339"/>
                    <a:pt x="234" y="343"/>
                    <a:pt x="233" y="348"/>
                  </a:cubicBezTo>
                  <a:cubicBezTo>
                    <a:pt x="231" y="353"/>
                    <a:pt x="230" y="360"/>
                    <a:pt x="230" y="367"/>
                  </a:cubicBezTo>
                  <a:lnTo>
                    <a:pt x="230" y="374"/>
                  </a:lnTo>
                  <a:lnTo>
                    <a:pt x="328" y="374"/>
                  </a:lnTo>
                  <a:lnTo>
                    <a:pt x="328" y="358"/>
                  </a:lnTo>
                  <a:lnTo>
                    <a:pt x="250" y="358"/>
                  </a:lnTo>
                  <a:cubicBezTo>
                    <a:pt x="250" y="353"/>
                    <a:pt x="250" y="349"/>
                    <a:pt x="251" y="346"/>
                  </a:cubicBezTo>
                  <a:cubicBezTo>
                    <a:pt x="252" y="343"/>
                    <a:pt x="254" y="340"/>
                    <a:pt x="257" y="337"/>
                  </a:cubicBezTo>
                  <a:cubicBezTo>
                    <a:pt x="259" y="333"/>
                    <a:pt x="263" y="330"/>
                    <a:pt x="268" y="326"/>
                  </a:cubicBezTo>
                  <a:cubicBezTo>
                    <a:pt x="273" y="322"/>
                    <a:pt x="279" y="318"/>
                    <a:pt x="287" y="313"/>
                  </a:cubicBezTo>
                  <a:cubicBezTo>
                    <a:pt x="293" y="308"/>
                    <a:pt x="298" y="304"/>
                    <a:pt x="303" y="299"/>
                  </a:cubicBezTo>
                  <a:cubicBezTo>
                    <a:pt x="307" y="295"/>
                    <a:pt x="310" y="292"/>
                    <a:pt x="313" y="287"/>
                  </a:cubicBezTo>
                  <a:cubicBezTo>
                    <a:pt x="316" y="283"/>
                    <a:pt x="319" y="278"/>
                    <a:pt x="320" y="273"/>
                  </a:cubicBezTo>
                  <a:cubicBezTo>
                    <a:pt x="322" y="268"/>
                    <a:pt x="322" y="262"/>
                    <a:pt x="322" y="255"/>
                  </a:cubicBezTo>
                  <a:cubicBezTo>
                    <a:pt x="322" y="249"/>
                    <a:pt x="321" y="243"/>
                    <a:pt x="318" y="238"/>
                  </a:cubicBezTo>
                  <a:cubicBezTo>
                    <a:pt x="316" y="232"/>
                    <a:pt x="313" y="227"/>
                    <a:pt x="309" y="224"/>
                  </a:cubicBezTo>
                  <a:cubicBezTo>
                    <a:pt x="305" y="220"/>
                    <a:pt x="300" y="218"/>
                    <a:pt x="295" y="216"/>
                  </a:cubicBezTo>
                  <a:cubicBezTo>
                    <a:pt x="289" y="214"/>
                    <a:pt x="283" y="213"/>
                    <a:pt x="277" y="213"/>
                  </a:cubicBezTo>
                  <a:close/>
                </a:path>
              </a:pathLst>
            </a:custGeom>
            <a:solidFill>
              <a:srgbClr val="80808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" name="Textarea">
            <a:extLst>
              <a:ext uri="{FF2B5EF4-FFF2-40B4-BE49-F238E27FC236}">
                <a16:creationId xmlns:a16="http://schemas.microsoft.com/office/drawing/2014/main" xmlns="" id="{03992611-F5FB-4AF1-89D4-C33524BCD315}"/>
              </a:ext>
            </a:extLst>
          </p:cNvPr>
          <p:cNvGrpSpPr/>
          <p:nvPr/>
        </p:nvGrpSpPr>
        <p:grpSpPr>
          <a:xfrm>
            <a:off x="7978272" y="2935556"/>
            <a:ext cx="1944444" cy="2143711"/>
            <a:chOff x="595686" y="1261242"/>
            <a:chExt cx="2591094" cy="866775"/>
          </a:xfrm>
        </p:grpSpPr>
        <p:sp>
          <p:nvSpPr>
            <p:cNvPr id="40" name="Text">
              <a:extLst>
                <a:ext uri="{FF2B5EF4-FFF2-40B4-BE49-F238E27FC236}">
                  <a16:creationId xmlns:a16="http://schemas.microsoft.com/office/drawing/2014/main" xmlns="" id="{16A02C8A-F1E7-4479-8199-0D540125EA0E}"/>
                </a:ext>
              </a:extLst>
            </p:cNvPr>
            <p:cNvSpPr/>
            <p:nvPr/>
          </p:nvSpPr>
          <p:spPr>
            <a:xfrm>
              <a:off x="595686" y="1261242"/>
              <a:ext cx="2591094" cy="866775"/>
            </a:xfrm>
            <a:prstGeom prst="roundRect">
              <a:avLst>
                <a:gd name="adj" fmla="val 3917"/>
              </a:avLst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0584" tIns="64008" rIns="100584" bIns="6400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Textarea</a:t>
              </a:r>
            </a:p>
          </p:txBody>
        </p:sp>
        <p:sp>
          <p:nvSpPr>
            <p:cNvPr id="41" name="Resize Handle">
              <a:extLst>
                <a:ext uri="{FF2B5EF4-FFF2-40B4-BE49-F238E27FC236}">
                  <a16:creationId xmlns:a16="http://schemas.microsoft.com/office/drawing/2014/main" xmlns="" id="{C619F1BC-6017-4C3D-8E1A-71CAF637F6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957511" y="1993080"/>
              <a:ext cx="119063" cy="111125"/>
            </a:xfrm>
            <a:custGeom>
              <a:avLst/>
              <a:gdLst>
                <a:gd name="T0" fmla="*/ 53 w 309"/>
                <a:gd name="T1" fmla="*/ 277 h 303"/>
                <a:gd name="T2" fmla="*/ 26 w 309"/>
                <a:gd name="T3" fmla="*/ 303 h 303"/>
                <a:gd name="T4" fmla="*/ 0 w 309"/>
                <a:gd name="T5" fmla="*/ 277 h 303"/>
                <a:gd name="T6" fmla="*/ 26 w 309"/>
                <a:gd name="T7" fmla="*/ 250 h 303"/>
                <a:gd name="T8" fmla="*/ 53 w 309"/>
                <a:gd name="T9" fmla="*/ 277 h 303"/>
                <a:gd name="T10" fmla="*/ 181 w 309"/>
                <a:gd name="T11" fmla="*/ 151 h 303"/>
                <a:gd name="T12" fmla="*/ 154 w 309"/>
                <a:gd name="T13" fmla="*/ 178 h 303"/>
                <a:gd name="T14" fmla="*/ 128 w 309"/>
                <a:gd name="T15" fmla="*/ 151 h 303"/>
                <a:gd name="T16" fmla="*/ 154 w 309"/>
                <a:gd name="T17" fmla="*/ 125 h 303"/>
                <a:gd name="T18" fmla="*/ 181 w 309"/>
                <a:gd name="T19" fmla="*/ 151 h 303"/>
                <a:gd name="T20" fmla="*/ 181 w 309"/>
                <a:gd name="T21" fmla="*/ 277 h 303"/>
                <a:gd name="T22" fmla="*/ 154 w 309"/>
                <a:gd name="T23" fmla="*/ 303 h 303"/>
                <a:gd name="T24" fmla="*/ 128 w 309"/>
                <a:gd name="T25" fmla="*/ 277 h 303"/>
                <a:gd name="T26" fmla="*/ 154 w 309"/>
                <a:gd name="T27" fmla="*/ 250 h 303"/>
                <a:gd name="T28" fmla="*/ 181 w 309"/>
                <a:gd name="T29" fmla="*/ 277 h 303"/>
                <a:gd name="T30" fmla="*/ 309 w 309"/>
                <a:gd name="T31" fmla="*/ 26 h 303"/>
                <a:gd name="T32" fmla="*/ 282 w 309"/>
                <a:gd name="T33" fmla="*/ 52 h 303"/>
                <a:gd name="T34" fmla="*/ 256 w 309"/>
                <a:gd name="T35" fmla="*/ 26 h 303"/>
                <a:gd name="T36" fmla="*/ 282 w 309"/>
                <a:gd name="T37" fmla="*/ 0 h 303"/>
                <a:gd name="T38" fmla="*/ 309 w 309"/>
                <a:gd name="T39" fmla="*/ 26 h 303"/>
                <a:gd name="T40" fmla="*/ 309 w 309"/>
                <a:gd name="T41" fmla="*/ 151 h 303"/>
                <a:gd name="T42" fmla="*/ 282 w 309"/>
                <a:gd name="T43" fmla="*/ 178 h 303"/>
                <a:gd name="T44" fmla="*/ 256 w 309"/>
                <a:gd name="T45" fmla="*/ 151 h 303"/>
                <a:gd name="T46" fmla="*/ 282 w 309"/>
                <a:gd name="T47" fmla="*/ 125 h 303"/>
                <a:gd name="T48" fmla="*/ 309 w 309"/>
                <a:gd name="T49" fmla="*/ 151 h 303"/>
                <a:gd name="T50" fmla="*/ 309 w 309"/>
                <a:gd name="T51" fmla="*/ 277 h 303"/>
                <a:gd name="T52" fmla="*/ 282 w 309"/>
                <a:gd name="T53" fmla="*/ 303 h 303"/>
                <a:gd name="T54" fmla="*/ 256 w 309"/>
                <a:gd name="T55" fmla="*/ 277 h 303"/>
                <a:gd name="T56" fmla="*/ 282 w 309"/>
                <a:gd name="T57" fmla="*/ 250 h 303"/>
                <a:gd name="T58" fmla="*/ 309 w 309"/>
                <a:gd name="T59" fmla="*/ 277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09" h="303">
                  <a:moveTo>
                    <a:pt x="53" y="277"/>
                  </a:moveTo>
                  <a:cubicBezTo>
                    <a:pt x="53" y="291"/>
                    <a:pt x="41" y="303"/>
                    <a:pt x="26" y="303"/>
                  </a:cubicBezTo>
                  <a:cubicBezTo>
                    <a:pt x="12" y="303"/>
                    <a:pt x="0" y="291"/>
                    <a:pt x="0" y="277"/>
                  </a:cubicBezTo>
                  <a:cubicBezTo>
                    <a:pt x="0" y="262"/>
                    <a:pt x="12" y="250"/>
                    <a:pt x="26" y="250"/>
                  </a:cubicBezTo>
                  <a:cubicBezTo>
                    <a:pt x="41" y="250"/>
                    <a:pt x="53" y="262"/>
                    <a:pt x="53" y="277"/>
                  </a:cubicBezTo>
                  <a:close/>
                  <a:moveTo>
                    <a:pt x="181" y="151"/>
                  </a:moveTo>
                  <a:cubicBezTo>
                    <a:pt x="181" y="166"/>
                    <a:pt x="169" y="178"/>
                    <a:pt x="154" y="178"/>
                  </a:cubicBezTo>
                  <a:cubicBezTo>
                    <a:pt x="140" y="178"/>
                    <a:pt x="128" y="166"/>
                    <a:pt x="128" y="151"/>
                  </a:cubicBezTo>
                  <a:cubicBezTo>
                    <a:pt x="128" y="137"/>
                    <a:pt x="140" y="125"/>
                    <a:pt x="154" y="125"/>
                  </a:cubicBezTo>
                  <a:cubicBezTo>
                    <a:pt x="169" y="125"/>
                    <a:pt x="181" y="137"/>
                    <a:pt x="181" y="151"/>
                  </a:cubicBezTo>
                  <a:close/>
                  <a:moveTo>
                    <a:pt x="181" y="277"/>
                  </a:moveTo>
                  <a:cubicBezTo>
                    <a:pt x="181" y="291"/>
                    <a:pt x="169" y="303"/>
                    <a:pt x="154" y="303"/>
                  </a:cubicBezTo>
                  <a:cubicBezTo>
                    <a:pt x="140" y="303"/>
                    <a:pt x="128" y="291"/>
                    <a:pt x="128" y="277"/>
                  </a:cubicBezTo>
                  <a:cubicBezTo>
                    <a:pt x="128" y="262"/>
                    <a:pt x="140" y="250"/>
                    <a:pt x="154" y="250"/>
                  </a:cubicBezTo>
                  <a:cubicBezTo>
                    <a:pt x="169" y="250"/>
                    <a:pt x="181" y="262"/>
                    <a:pt x="181" y="277"/>
                  </a:cubicBezTo>
                  <a:close/>
                  <a:moveTo>
                    <a:pt x="309" y="26"/>
                  </a:moveTo>
                  <a:cubicBezTo>
                    <a:pt x="309" y="41"/>
                    <a:pt x="297" y="52"/>
                    <a:pt x="282" y="52"/>
                  </a:cubicBezTo>
                  <a:cubicBezTo>
                    <a:pt x="267" y="52"/>
                    <a:pt x="256" y="41"/>
                    <a:pt x="256" y="26"/>
                  </a:cubicBezTo>
                  <a:cubicBezTo>
                    <a:pt x="256" y="11"/>
                    <a:pt x="267" y="0"/>
                    <a:pt x="282" y="0"/>
                  </a:cubicBezTo>
                  <a:cubicBezTo>
                    <a:pt x="297" y="0"/>
                    <a:pt x="309" y="11"/>
                    <a:pt x="309" y="26"/>
                  </a:cubicBezTo>
                  <a:close/>
                  <a:moveTo>
                    <a:pt x="309" y="151"/>
                  </a:moveTo>
                  <a:cubicBezTo>
                    <a:pt x="309" y="166"/>
                    <a:pt x="297" y="178"/>
                    <a:pt x="282" y="178"/>
                  </a:cubicBezTo>
                  <a:cubicBezTo>
                    <a:pt x="267" y="178"/>
                    <a:pt x="256" y="166"/>
                    <a:pt x="256" y="151"/>
                  </a:cubicBezTo>
                  <a:cubicBezTo>
                    <a:pt x="256" y="137"/>
                    <a:pt x="267" y="125"/>
                    <a:pt x="282" y="125"/>
                  </a:cubicBezTo>
                  <a:cubicBezTo>
                    <a:pt x="297" y="125"/>
                    <a:pt x="309" y="137"/>
                    <a:pt x="309" y="151"/>
                  </a:cubicBezTo>
                  <a:close/>
                  <a:moveTo>
                    <a:pt x="309" y="277"/>
                  </a:moveTo>
                  <a:cubicBezTo>
                    <a:pt x="309" y="291"/>
                    <a:pt x="297" y="303"/>
                    <a:pt x="282" y="303"/>
                  </a:cubicBezTo>
                  <a:cubicBezTo>
                    <a:pt x="267" y="303"/>
                    <a:pt x="256" y="291"/>
                    <a:pt x="256" y="277"/>
                  </a:cubicBezTo>
                  <a:cubicBezTo>
                    <a:pt x="256" y="262"/>
                    <a:pt x="267" y="250"/>
                    <a:pt x="282" y="250"/>
                  </a:cubicBezTo>
                  <a:cubicBezTo>
                    <a:pt x="297" y="250"/>
                    <a:pt x="309" y="262"/>
                    <a:pt x="309" y="277"/>
                  </a:cubicBez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2" name="Label">
            <a:extLst>
              <a:ext uri="{FF2B5EF4-FFF2-40B4-BE49-F238E27FC236}">
                <a16:creationId xmlns:a16="http://schemas.microsoft.com/office/drawing/2014/main" xmlns="" id="{4C261D0D-D053-4DFE-A22E-0D41A89B3247}"/>
              </a:ext>
            </a:extLst>
          </p:cNvPr>
          <p:cNvSpPr txBox="1"/>
          <p:nvPr/>
        </p:nvSpPr>
        <p:spPr>
          <a:xfrm>
            <a:off x="7084394" y="2892552"/>
            <a:ext cx="947505" cy="241092"/>
          </a:xfrm>
          <a:prstGeom prst="rect">
            <a:avLst/>
          </a:prstGeom>
          <a:noFill/>
        </p:spPr>
        <p:txBody>
          <a:bodyPr wrap="square" lIns="73152" tIns="50800" rIns="73152" bIns="50800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등록 코드 </a:t>
            </a:r>
            <a:r>
              <a: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sp>
        <p:nvSpPr>
          <p:cNvPr id="43" name="Button">
            <a:extLst>
              <a:ext uri="{FF2B5EF4-FFF2-40B4-BE49-F238E27FC236}">
                <a16:creationId xmlns:a16="http://schemas.microsoft.com/office/drawing/2014/main" xmlns="" id="{098BF63C-066F-4196-A967-A68B00F7E944}"/>
              </a:ext>
            </a:extLst>
          </p:cNvPr>
          <p:cNvSpPr>
            <a:spLocks/>
          </p:cNvSpPr>
          <p:nvPr/>
        </p:nvSpPr>
        <p:spPr bwMode="auto">
          <a:xfrm>
            <a:off x="8245655" y="546573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저장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Button">
            <a:extLst>
              <a:ext uri="{FF2B5EF4-FFF2-40B4-BE49-F238E27FC236}">
                <a16:creationId xmlns:a16="http://schemas.microsoft.com/office/drawing/2014/main" xmlns="" id="{E6589034-B345-40C8-B16B-7F1DA584C3AA}"/>
              </a:ext>
            </a:extLst>
          </p:cNvPr>
          <p:cNvSpPr>
            <a:spLocks/>
          </p:cNvSpPr>
          <p:nvPr/>
        </p:nvSpPr>
        <p:spPr bwMode="auto">
          <a:xfrm>
            <a:off x="9242282" y="546573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취소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Button">
            <a:extLst>
              <a:ext uri="{FF2B5EF4-FFF2-40B4-BE49-F238E27FC236}">
                <a16:creationId xmlns:a16="http://schemas.microsoft.com/office/drawing/2014/main" xmlns="" id="{028F952C-DDCA-4C61-9E13-D082D1A882B6}"/>
              </a:ext>
            </a:extLst>
          </p:cNvPr>
          <p:cNvSpPr>
            <a:spLocks/>
          </p:cNvSpPr>
          <p:nvPr/>
        </p:nvSpPr>
        <p:spPr bwMode="auto">
          <a:xfrm>
            <a:off x="6258338" y="3193023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Button">
            <a:extLst>
              <a:ext uri="{FF2B5EF4-FFF2-40B4-BE49-F238E27FC236}">
                <a16:creationId xmlns:a16="http://schemas.microsoft.com/office/drawing/2014/main" xmlns="" id="{D4D912FA-78D0-487E-841B-C8F9D283D7D2}"/>
              </a:ext>
            </a:extLst>
          </p:cNvPr>
          <p:cNvSpPr>
            <a:spLocks/>
          </p:cNvSpPr>
          <p:nvPr/>
        </p:nvSpPr>
        <p:spPr bwMode="auto">
          <a:xfrm>
            <a:off x="6258338" y="3509042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Button">
            <a:extLst>
              <a:ext uri="{FF2B5EF4-FFF2-40B4-BE49-F238E27FC236}">
                <a16:creationId xmlns:a16="http://schemas.microsoft.com/office/drawing/2014/main" xmlns="" id="{230AFEF1-0E48-4E47-81D9-35C26C462461}"/>
              </a:ext>
            </a:extLst>
          </p:cNvPr>
          <p:cNvSpPr>
            <a:spLocks/>
          </p:cNvSpPr>
          <p:nvPr/>
        </p:nvSpPr>
        <p:spPr bwMode="auto">
          <a:xfrm>
            <a:off x="6258338" y="3849005"/>
            <a:ext cx="427553" cy="241995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수정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10276750" y="3954866"/>
            <a:ext cx="1793444" cy="2151408"/>
          </a:xfrm>
          <a:prstGeom prst="rect">
            <a:avLst/>
          </a:prstGeom>
          <a:noFill/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직사각형 58"/>
          <p:cNvSpPr/>
          <p:nvPr/>
        </p:nvSpPr>
        <p:spPr>
          <a:xfrm>
            <a:off x="10276750" y="1252291"/>
            <a:ext cx="1793444" cy="209549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화면 설명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0276750" y="3716831"/>
            <a:ext cx="1793444" cy="20558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비고</a:t>
            </a:r>
            <a:endParaRPr lang="ko-KR" altLang="en-US" sz="10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732789"/>
              </p:ext>
            </p:extLst>
          </p:nvPr>
        </p:nvGraphicFramePr>
        <p:xfrm>
          <a:off x="10279021" y="1498209"/>
          <a:ext cx="1793445" cy="21465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658"/>
                <a:gridCol w="1582787"/>
              </a:tblGrid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검색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2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등록페이지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765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3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수정페이지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4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+mn-cs"/>
                        </a:rPr>
                        <a:t>저장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5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+mn-cs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6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 smtClean="0"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</a:rPr>
                        <a:t>7</a:t>
                      </a:r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226353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  <a:tr h="180975">
                <a:tc>
                  <a:txBody>
                    <a:bodyPr/>
                    <a:lstStyle/>
                    <a:p>
                      <a:pPr algn="ctr" latinLnBrk="1"/>
                      <a:endParaRPr lang="ko-KR" altLang="en-US" sz="6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10380167" y="4021502"/>
            <a:ext cx="161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코드 공유 관리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endParaRPr lang="en-US" altLang="ko-KR" sz="800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  <a:p>
            <a:r>
              <a:rPr lang="ko-KR" altLang="en-US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사용자가 사용할 코드를 등록하여 공유 가능한 페이지입니다</a:t>
            </a:r>
            <a:r>
              <a:rPr lang="en-US" altLang="ko-KR" sz="800" dirty="0" smtClean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.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367717" y="2471311"/>
            <a:ext cx="1589961" cy="356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6006041" y="2466754"/>
            <a:ext cx="712280" cy="3565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직사각형 75"/>
          <p:cNvSpPr/>
          <p:nvPr/>
        </p:nvSpPr>
        <p:spPr>
          <a:xfrm>
            <a:off x="6161663" y="3107723"/>
            <a:ext cx="643169" cy="10618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>
          <a:xfrm>
            <a:off x="8174472" y="5437101"/>
            <a:ext cx="569917" cy="2992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직사각형 77"/>
          <p:cNvSpPr/>
          <p:nvPr/>
        </p:nvSpPr>
        <p:spPr>
          <a:xfrm>
            <a:off x="4369060" y="2168966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1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035663" y="2156905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2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6110977" y="2910014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3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8119655" y="5199417"/>
            <a:ext cx="252000" cy="25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 smtClean="0"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4</a:t>
            </a:r>
            <a:endParaRPr lang="ko-KR" altLang="en-US" sz="1500" dirty="0"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231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O5BEPk+TERpG/cAMDYk/6viURsjkffXJRWdnJPUxp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7Itmd1aqznr4+iyVo+u7urz2wKsUxYk2d/yp6tiDrs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NCVjCPV1IzMKXKl9/fgBjVQoFrENqHg4RSYVydCDrE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hHNKjcG5LQF3a4yIKJeEMiBUZIB0kVbgXykBmurRQ/4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125CyO60LeHvC66mjOtTXfs7UMh+58SQKbmPhwo+MTo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125CyO60LeHvC66mjOtTXfs7UMh+58SQKbmPhwo+MTo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125CyO60LeHvC66mjOtTXfs7UMh+58SQKbmPhwo+MTo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F0A5sguY4Kmsjvwf2jmtll0zGXX4sw45rTj4AJrqYs=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F0A5sguY4Kmsjvwf2jmtll0zGXX4sw45rTj4AJrqYs=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oFvHBE0DSHbpkvebRIgEbzMi2hInHW/XCMQAmcRuFU=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RFOzNf3RWLXqvqeMsUWm8fKIYWXqF5uasS9FUvvgu7Q=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9tLmF7Svskb3mwae0jw+zQvDfQv7vF7Mpfx34C5Lt8U=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cYlTEWVT5+aprppw6l10Xud3eO6xUhcM6c1h5U1VrUg=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8F58p4FWv+wBIgBAVLi+peijiwp87NPXbWtic9qnzcY=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MjBcI7OPBWB7DCqWfTY1SZp22lNOS0G19wdyU0+jZdM=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znRgHpYmis/JB0HS+8o+Rfupj29ApZfvniaEzwGtDgk=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3228</TotalTime>
  <Words>3404</Words>
  <Application>Microsoft Office PowerPoint</Application>
  <PresentationFormat>와이드스크린</PresentationFormat>
  <Paragraphs>1584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4" baseType="lpstr">
      <vt:lpstr>Noto Sans CJK KR Bold</vt:lpstr>
      <vt:lpstr>Noto Sans CJK KR DemiLight</vt:lpstr>
      <vt:lpstr>Noto Sans CJK KR Medium</vt:lpstr>
      <vt:lpstr>Poppins</vt:lpstr>
      <vt:lpstr>맑은 고딕</vt:lpstr>
      <vt:lpstr>Arial</vt:lpstr>
      <vt:lpstr>Calibri</vt:lpstr>
      <vt:lpstr>Segoe UI</vt:lpstr>
      <vt:lpstr>Office 테마</vt:lpstr>
      <vt:lpstr>DDM 플랫폼 분석포탈 화면설계서</vt:lpstr>
      <vt:lpstr>로그인 (WF0001)</vt:lpstr>
      <vt:lpstr>로그인 (WF0001)</vt:lpstr>
      <vt:lpstr>개인 대시보드 (WF0002)</vt:lpstr>
      <vt:lpstr>공지사항 (WF0003)</vt:lpstr>
      <vt:lpstr> 프로필 (WF0004)</vt:lpstr>
      <vt:lpstr>S3 탐색 (WF0005)</vt:lpstr>
      <vt:lpstr>업로드 (WF0006)</vt:lpstr>
      <vt:lpstr>다운로드 (WF0007)</vt:lpstr>
      <vt:lpstr>샌드박스 현황 (WF0008)</vt:lpstr>
      <vt:lpstr>샌드박스 현황 (WF0008)</vt:lpstr>
      <vt:lpstr>EC2 신청 (WF0009)</vt:lpstr>
      <vt:lpstr>SageMaker 신청 (WF0010)</vt:lpstr>
      <vt:lpstr>Athena 쿼리 (WF0011)</vt:lpstr>
      <vt:lpstr>Redshift 쿼리 (WF0012)</vt:lpstr>
      <vt:lpstr>메타탐색 (WF0013)</vt:lpstr>
      <vt:lpstr>메타이력 (WF0014)</vt:lpstr>
      <vt:lpstr>메타추적 (WF0015)</vt:lpstr>
      <vt:lpstr>매핑 업로드 (WF0016)</vt:lpstr>
      <vt:lpstr>메타수정안내 (WF0027)</vt:lpstr>
      <vt:lpstr>업무지원(WF0017-1)</vt:lpstr>
      <vt:lpstr>업무지원(WF0017-2)</vt:lpstr>
      <vt:lpstr>코드공유 (WF0018)</vt:lpstr>
      <vt:lpstr>자원모니터링 (WF0019)</vt:lpstr>
      <vt:lpstr>설정관리 (WF0020)</vt:lpstr>
      <vt:lpstr>승인관리 (WF0021)</vt:lpstr>
      <vt:lpstr>자원관리 (WF0022)</vt:lpstr>
      <vt:lpstr>권한관리 (WF0023)</vt:lpstr>
      <vt:lpstr>공지관리 (WF0024)</vt:lpstr>
      <vt:lpstr>업무지원관리 (WF0025)</vt:lpstr>
      <vt:lpstr>보안관리 (WF0026)</vt:lpstr>
      <vt:lpstr>메타수정안내 (WF0027)</vt:lpstr>
      <vt:lpstr>이미지관리 (WF0028)</vt:lpstr>
      <vt:lpstr>모델관리 (WF0029)</vt:lpstr>
      <vt:lpstr>코드게시관리 (WF0030)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Hansoo</dc:creator>
  <cp:lastModifiedBy>user</cp:lastModifiedBy>
  <cp:revision>134</cp:revision>
  <dcterms:created xsi:type="dcterms:W3CDTF">2021-05-31T06:37:48Z</dcterms:created>
  <dcterms:modified xsi:type="dcterms:W3CDTF">2021-07-05T10:43:58Z</dcterms:modified>
</cp:coreProperties>
</file>